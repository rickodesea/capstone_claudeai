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omments/modernComment_10B_0.xml" ContentType="application/vnd.ms-powerpoint.comment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rts/chart1.xml" ContentType="application/vnd.openxmlformats-officedocument.drawingml.chart+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56" r:id="rId2"/>
    <p:sldId id="268" r:id="rId3"/>
    <p:sldId id="269" r:id="rId4"/>
    <p:sldId id="257" r:id="rId5"/>
    <p:sldId id="266" r:id="rId6"/>
    <p:sldId id="270" r:id="rId7"/>
    <p:sldId id="258" r:id="rId8"/>
    <p:sldId id="271" r:id="rId9"/>
    <p:sldId id="259" r:id="rId10"/>
    <p:sldId id="260" r:id="rId11"/>
    <p:sldId id="261" r:id="rId12"/>
    <p:sldId id="284" r:id="rId13"/>
    <p:sldId id="262" r:id="rId14"/>
    <p:sldId id="263" r:id="rId15"/>
    <p:sldId id="285" r:id="rId16"/>
    <p:sldId id="294" r:id="rId17"/>
    <p:sldId id="295" r:id="rId18"/>
    <p:sldId id="301" r:id="rId19"/>
    <p:sldId id="298" r:id="rId20"/>
    <p:sldId id="300" r:id="rId21"/>
    <p:sldId id="303" r:id="rId22"/>
    <p:sldId id="299" r:id="rId23"/>
    <p:sldId id="302" r:id="rId24"/>
    <p:sldId id="264" r:id="rId25"/>
    <p:sldId id="265" r:id="rId26"/>
    <p:sldId id="267" r:id="rId27"/>
    <p:sldId id="287" r:id="rId28"/>
    <p:sldId id="288" r:id="rId29"/>
    <p:sldId id="289" r:id="rId30"/>
    <p:sldId id="293" r:id="rId31"/>
    <p:sldId id="297" r:id="rId32"/>
    <p:sldId id="290" r:id="rId33"/>
    <p:sldId id="291" r:id="rId34"/>
    <p:sldId id="292" r:id="rId35"/>
    <p:sldId id="296" r:id="rId3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893F49C-FB39-7569-44C0-1E87A7E56638}" name="Tha Pyay Hmu Tha Pyay Hmu" initials="TPHTPH" userId="S::tha.hmu7569@myunfc.ca::c3b3cac7-e9f2-4ea4-9f02-bb5f99cf56c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2A4A"/>
    <a:srgbClr val="F7EBEB"/>
    <a:srgbClr val="EACB7A"/>
    <a:srgbClr val="ECE5D1"/>
    <a:srgbClr val="EAF0FA"/>
    <a:srgbClr val="ECF4DF"/>
    <a:srgbClr val="F0EFE9"/>
    <a:srgbClr val="F6EAF0"/>
    <a:srgbClr val="EEECF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15C1EB-0DEF-406A-9E7F-EC22B708B857}" v="557" dt="2026-05-11T00:40:59.055"/>
    <p1510:client id="{39E3D81D-D0CA-E781-CB48-33783DCB13FC}" v="1" dt="2026-05-11T15:32:46.460"/>
    <p1510:client id="{9E7F839D-709C-15B1-27CC-00EADEE3BC30}" v="280" dt="2026-05-11T14:42:21.034"/>
    <p1510:client id="{AD067E05-4587-0A44-B82F-49725C6CAD10}" v="85" dt="2026-05-11T14:38:32.350"/>
    <p1510:client id="{BE41E522-1153-4F13-A0D6-892E22AA55A1}" v="507" dt="2026-05-11T14:34:53.346"/>
  </p1510:revLst>
</p1510:revInfo>
</file>

<file path=ppt/tableStyles.xml><?xml version="1.0" encoding="utf-8"?>
<a:tblStyleLst xmlns:a="http://schemas.openxmlformats.org/drawingml/2006/main" def="{5C22544A-7EE6-4342-B048-85BDC9FD1C3A}">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rge Alonso Mendoza Blancas" userId="S::jorge.mendoza1346@myunfc.ca::c6aa53ef-09d5-4716-a4ec-3eaf0d5d4057" providerId="AD" clId="Web-{9E7F839D-709C-15B1-27CC-00EADEE3BC30}"/>
    <pc:docChg chg="addSld modSld sldOrd">
      <pc:chgData name="Jorge Alonso Mendoza Blancas" userId="S::jorge.mendoza1346@myunfc.ca::c6aa53ef-09d5-4716-a4ec-3eaf0d5d4057" providerId="AD" clId="Web-{9E7F839D-709C-15B1-27CC-00EADEE3BC30}" dt="2026-05-11T14:42:21.034" v="233" actId="1076"/>
      <pc:docMkLst>
        <pc:docMk/>
      </pc:docMkLst>
      <pc:sldChg chg="addSp delSp modSp add replId">
        <pc:chgData name="Jorge Alonso Mendoza Blancas" userId="S::jorge.mendoza1346@myunfc.ca::c6aa53ef-09d5-4716-a4ec-3eaf0d5d4057" providerId="AD" clId="Web-{9E7F839D-709C-15B1-27CC-00EADEE3BC30}" dt="2026-05-11T14:29:54.627" v="154" actId="1076"/>
        <pc:sldMkLst>
          <pc:docMk/>
          <pc:sldMk cId="3052795017" sldId="294"/>
        </pc:sldMkLst>
        <pc:spChg chg="mod">
          <ac:chgData name="Jorge Alonso Mendoza Blancas" userId="S::jorge.mendoza1346@myunfc.ca::c6aa53ef-09d5-4716-a4ec-3eaf0d5d4057" providerId="AD" clId="Web-{9E7F839D-709C-15B1-27CC-00EADEE3BC30}" dt="2026-05-11T14:05:04.401" v="42" actId="20577"/>
          <ac:spMkLst>
            <pc:docMk/>
            <pc:sldMk cId="3052795017" sldId="294"/>
            <ac:spMk id="3" creationId="{3251BEDE-7834-8674-B2A5-D13A1DD2475E}"/>
          </ac:spMkLst>
        </pc:spChg>
        <pc:spChg chg="del">
          <ac:chgData name="Jorge Alonso Mendoza Blancas" userId="S::jorge.mendoza1346@myunfc.ca::c6aa53ef-09d5-4716-a4ec-3eaf0d5d4057" providerId="AD" clId="Web-{9E7F839D-709C-15B1-27CC-00EADEE3BC30}" dt="2026-05-11T14:04:26.401" v="18"/>
          <ac:spMkLst>
            <pc:docMk/>
            <pc:sldMk cId="3052795017" sldId="294"/>
            <ac:spMk id="20" creationId="{DC2667AD-295B-2B05-DF49-79B97E41D2CB}"/>
          </ac:spMkLst>
        </pc:spChg>
        <pc:spChg chg="add del">
          <ac:chgData name="Jorge Alonso Mendoza Blancas" userId="S::jorge.mendoza1346@myunfc.ca::c6aa53ef-09d5-4716-a4ec-3eaf0d5d4057" providerId="AD" clId="Web-{9E7F839D-709C-15B1-27CC-00EADEE3BC30}" dt="2026-05-11T14:04:26.401" v="17"/>
          <ac:spMkLst>
            <pc:docMk/>
            <pc:sldMk cId="3052795017" sldId="294"/>
            <ac:spMk id="44" creationId="{01EB953A-3790-7D1D-7696-647F011C308A}"/>
          </ac:spMkLst>
        </pc:spChg>
        <pc:spChg chg="add del">
          <ac:chgData name="Jorge Alonso Mendoza Blancas" userId="S::jorge.mendoza1346@myunfc.ca::c6aa53ef-09d5-4716-a4ec-3eaf0d5d4057" providerId="AD" clId="Web-{9E7F839D-709C-15B1-27CC-00EADEE3BC30}" dt="2026-05-11T14:04:23.776" v="8"/>
          <ac:spMkLst>
            <pc:docMk/>
            <pc:sldMk cId="3052795017" sldId="294"/>
            <ac:spMk id="49" creationId="{332AF497-4C85-E967-27DC-BD650983B09F}"/>
          </ac:spMkLst>
        </pc:spChg>
        <pc:graphicFrameChg chg="add del">
          <ac:chgData name="Jorge Alonso Mendoza Blancas" userId="S::jorge.mendoza1346@myunfc.ca::c6aa53ef-09d5-4716-a4ec-3eaf0d5d4057" providerId="AD" clId="Web-{9E7F839D-709C-15B1-27CC-00EADEE3BC30}" dt="2026-05-11T14:04:26.401" v="16"/>
          <ac:graphicFrameMkLst>
            <pc:docMk/>
            <pc:sldMk cId="3052795017" sldId="294"/>
            <ac:graphicFrameMk id="58" creationId="{EFA22439-FC6A-F55C-2843-49056DDBAC6C}"/>
          </ac:graphicFrameMkLst>
        </pc:graphicFrameChg>
        <pc:picChg chg="add mod">
          <ac:chgData name="Jorge Alonso Mendoza Blancas" userId="S::jorge.mendoza1346@myunfc.ca::c6aa53ef-09d5-4716-a4ec-3eaf0d5d4057" providerId="AD" clId="Web-{9E7F839D-709C-15B1-27CC-00EADEE3BC30}" dt="2026-05-11T14:29:54.627" v="154" actId="1076"/>
          <ac:picMkLst>
            <pc:docMk/>
            <pc:sldMk cId="3052795017" sldId="294"/>
            <ac:picMk id="4" creationId="{6294C0BC-0E8F-C5A7-B5EB-15716B7B0047}"/>
          </ac:picMkLst>
        </pc:picChg>
        <pc:picChg chg="add del">
          <ac:chgData name="Jorge Alonso Mendoza Blancas" userId="S::jorge.mendoza1346@myunfc.ca::c6aa53ef-09d5-4716-a4ec-3eaf0d5d4057" providerId="AD" clId="Web-{9E7F839D-709C-15B1-27CC-00EADEE3BC30}" dt="2026-05-11T14:04:26.401" v="15"/>
          <ac:picMkLst>
            <pc:docMk/>
            <pc:sldMk cId="3052795017" sldId="294"/>
            <ac:picMk id="67" creationId="{158EA417-38CB-679B-0E76-D062B793BF52}"/>
          </ac:picMkLst>
        </pc:picChg>
        <pc:picChg chg="add del">
          <ac:chgData name="Jorge Alonso Mendoza Blancas" userId="S::jorge.mendoza1346@myunfc.ca::c6aa53ef-09d5-4716-a4ec-3eaf0d5d4057" providerId="AD" clId="Web-{9E7F839D-709C-15B1-27CC-00EADEE3BC30}" dt="2026-05-11T14:04:26.385" v="14"/>
          <ac:picMkLst>
            <pc:docMk/>
            <pc:sldMk cId="3052795017" sldId="294"/>
            <ac:picMk id="69" creationId="{7FCB211B-CC47-70F2-8A7A-9AF5519EC554}"/>
          </ac:picMkLst>
        </pc:picChg>
        <pc:picChg chg="add del">
          <ac:chgData name="Jorge Alonso Mendoza Blancas" userId="S::jorge.mendoza1346@myunfc.ca::c6aa53ef-09d5-4716-a4ec-3eaf0d5d4057" providerId="AD" clId="Web-{9E7F839D-709C-15B1-27CC-00EADEE3BC30}" dt="2026-05-11T14:04:26.385" v="13"/>
          <ac:picMkLst>
            <pc:docMk/>
            <pc:sldMk cId="3052795017" sldId="294"/>
            <ac:picMk id="71" creationId="{7A94509D-1BF3-2243-8B3D-2AA840F301A3}"/>
          </ac:picMkLst>
        </pc:picChg>
      </pc:sldChg>
      <pc:sldChg chg="addSp delSp modSp add replId">
        <pc:chgData name="Jorge Alonso Mendoza Blancas" userId="S::jorge.mendoza1346@myunfc.ca::c6aa53ef-09d5-4716-a4ec-3eaf0d5d4057" providerId="AD" clId="Web-{9E7F839D-709C-15B1-27CC-00EADEE3BC30}" dt="2026-05-11T14:18:22.826" v="69" actId="20577"/>
        <pc:sldMkLst>
          <pc:docMk/>
          <pc:sldMk cId="2931026569" sldId="295"/>
        </pc:sldMkLst>
        <pc:spChg chg="mod">
          <ac:chgData name="Jorge Alonso Mendoza Blancas" userId="S::jorge.mendoza1346@myunfc.ca::c6aa53ef-09d5-4716-a4ec-3eaf0d5d4057" providerId="AD" clId="Web-{9E7F839D-709C-15B1-27CC-00EADEE3BC30}" dt="2026-05-11T14:18:22.826" v="69" actId="20577"/>
          <ac:spMkLst>
            <pc:docMk/>
            <pc:sldMk cId="2931026569" sldId="295"/>
            <ac:spMk id="3" creationId="{CBA10CF6-45AB-3985-97CE-C5E34A7395C0}"/>
          </ac:spMkLst>
        </pc:spChg>
        <pc:picChg chg="del">
          <ac:chgData name="Jorge Alonso Mendoza Blancas" userId="S::jorge.mendoza1346@myunfc.ca::c6aa53ef-09d5-4716-a4ec-3eaf0d5d4057" providerId="AD" clId="Web-{9E7F839D-709C-15B1-27CC-00EADEE3BC30}" dt="2026-05-11T14:05:45.698" v="44"/>
          <ac:picMkLst>
            <pc:docMk/>
            <pc:sldMk cId="2931026569" sldId="295"/>
            <ac:picMk id="4" creationId="{305AEAAE-DE39-FA9A-BF5E-05C44DF32B2E}"/>
          </ac:picMkLst>
        </pc:picChg>
        <pc:picChg chg="add mod">
          <ac:chgData name="Jorge Alonso Mendoza Blancas" userId="S::jorge.mendoza1346@myunfc.ca::c6aa53ef-09d5-4716-a4ec-3eaf0d5d4057" providerId="AD" clId="Web-{9E7F839D-709C-15B1-27CC-00EADEE3BC30}" dt="2026-05-11T14:05:57.698" v="46" actId="1076"/>
          <ac:picMkLst>
            <pc:docMk/>
            <pc:sldMk cId="2931026569" sldId="295"/>
            <ac:picMk id="5" creationId="{6E841257-D06D-DFEF-6379-4E9F72480F2F}"/>
          </ac:picMkLst>
        </pc:picChg>
        <pc:picChg chg="add del mod">
          <ac:chgData name="Jorge Alonso Mendoza Blancas" userId="S::jorge.mendoza1346@myunfc.ca::c6aa53ef-09d5-4716-a4ec-3eaf0d5d4057" providerId="AD" clId="Web-{9E7F839D-709C-15B1-27CC-00EADEE3BC30}" dt="2026-05-11T14:17:40.060" v="53"/>
          <ac:picMkLst>
            <pc:docMk/>
            <pc:sldMk cId="2931026569" sldId="295"/>
            <ac:picMk id="6" creationId="{2940CDB0-E867-6B30-4165-B7D2A6FF0FEE}"/>
          </ac:picMkLst>
        </pc:picChg>
      </pc:sldChg>
      <pc:sldChg chg="addSp delSp modSp add replId">
        <pc:chgData name="Jorge Alonso Mendoza Blancas" userId="S::jorge.mendoza1346@myunfc.ca::c6aa53ef-09d5-4716-a4ec-3eaf0d5d4057" providerId="AD" clId="Web-{9E7F839D-709C-15B1-27CC-00EADEE3BC30}" dt="2026-05-11T14:34:15.939" v="162" actId="20577"/>
        <pc:sldMkLst>
          <pc:docMk/>
          <pc:sldMk cId="980309766" sldId="298"/>
        </pc:sldMkLst>
        <pc:spChg chg="mod">
          <ac:chgData name="Jorge Alonso Mendoza Blancas" userId="S::jorge.mendoza1346@myunfc.ca::c6aa53ef-09d5-4716-a4ec-3eaf0d5d4057" providerId="AD" clId="Web-{9E7F839D-709C-15B1-27CC-00EADEE3BC30}" dt="2026-05-11T14:34:15.939" v="162" actId="20577"/>
          <ac:spMkLst>
            <pc:docMk/>
            <pc:sldMk cId="980309766" sldId="298"/>
            <ac:spMk id="3" creationId="{63C92A0F-1DC8-F811-FFF4-21845FB800D9}"/>
          </ac:spMkLst>
        </pc:spChg>
        <pc:spChg chg="add mod">
          <ac:chgData name="Jorge Alonso Mendoza Blancas" userId="S::jorge.mendoza1346@myunfc.ca::c6aa53ef-09d5-4716-a4ec-3eaf0d5d4057" providerId="AD" clId="Web-{9E7F839D-709C-15B1-27CC-00EADEE3BC30}" dt="2026-05-11T14:31:55.517" v="157" actId="20577"/>
          <ac:spMkLst>
            <pc:docMk/>
            <pc:sldMk cId="980309766" sldId="298"/>
            <ac:spMk id="4" creationId="{1D1C9347-ED9C-A95E-D142-E80B4557571A}"/>
          </ac:spMkLst>
        </pc:spChg>
        <pc:picChg chg="del">
          <ac:chgData name="Jorge Alonso Mendoza Blancas" userId="S::jorge.mendoza1346@myunfc.ca::c6aa53ef-09d5-4716-a4ec-3eaf0d5d4057" providerId="AD" clId="Web-{9E7F839D-709C-15B1-27CC-00EADEE3BC30}" dt="2026-05-11T14:17:34.763" v="51"/>
          <ac:picMkLst>
            <pc:docMk/>
            <pc:sldMk cId="980309766" sldId="298"/>
            <ac:picMk id="5" creationId="{7491BC52-7366-8DB6-9450-2CFCAB3007F4}"/>
          </ac:picMkLst>
        </pc:picChg>
        <pc:picChg chg="mod">
          <ac:chgData name="Jorge Alonso Mendoza Blancas" userId="S::jorge.mendoza1346@myunfc.ca::c6aa53ef-09d5-4716-a4ec-3eaf0d5d4057" providerId="AD" clId="Web-{9E7F839D-709C-15B1-27CC-00EADEE3BC30}" dt="2026-05-11T14:31:50.408" v="155" actId="1076"/>
          <ac:picMkLst>
            <pc:docMk/>
            <pc:sldMk cId="980309766" sldId="298"/>
            <ac:picMk id="6" creationId="{2BC5A7CD-2AA4-103E-331E-F22A2732BDAA}"/>
          </ac:picMkLst>
        </pc:picChg>
      </pc:sldChg>
      <pc:sldChg chg="addSp delSp modSp add replId">
        <pc:chgData name="Jorge Alonso Mendoza Blancas" userId="S::jorge.mendoza1346@myunfc.ca::c6aa53ef-09d5-4716-a4ec-3eaf0d5d4057" providerId="AD" clId="Web-{9E7F839D-709C-15B1-27CC-00EADEE3BC30}" dt="2026-05-11T14:34:20.752" v="164" actId="20577"/>
        <pc:sldMkLst>
          <pc:docMk/>
          <pc:sldMk cId="1691223347" sldId="299"/>
        </pc:sldMkLst>
        <pc:spChg chg="mod">
          <ac:chgData name="Jorge Alonso Mendoza Blancas" userId="S::jorge.mendoza1346@myunfc.ca::c6aa53ef-09d5-4716-a4ec-3eaf0d5d4057" providerId="AD" clId="Web-{9E7F839D-709C-15B1-27CC-00EADEE3BC30}" dt="2026-05-11T14:34:20.752" v="164" actId="20577"/>
          <ac:spMkLst>
            <pc:docMk/>
            <pc:sldMk cId="1691223347" sldId="299"/>
            <ac:spMk id="3" creationId="{224806D7-1F76-6903-5067-42E968BEC9AB}"/>
          </ac:spMkLst>
        </pc:spChg>
        <pc:spChg chg="mod">
          <ac:chgData name="Jorge Alonso Mendoza Blancas" userId="S::jorge.mendoza1346@myunfc.ca::c6aa53ef-09d5-4716-a4ec-3eaf0d5d4057" providerId="AD" clId="Web-{9E7F839D-709C-15B1-27CC-00EADEE3BC30}" dt="2026-05-11T14:25:54.421" v="130" actId="20577"/>
          <ac:spMkLst>
            <pc:docMk/>
            <pc:sldMk cId="1691223347" sldId="299"/>
            <ac:spMk id="4" creationId="{FBE47FBC-59E4-089A-0108-93F59D8141D9}"/>
          </ac:spMkLst>
        </pc:spChg>
        <pc:picChg chg="add mod">
          <ac:chgData name="Jorge Alonso Mendoza Blancas" userId="S::jorge.mendoza1346@myunfc.ca::c6aa53ef-09d5-4716-a4ec-3eaf0d5d4057" providerId="AD" clId="Web-{9E7F839D-709C-15B1-27CC-00EADEE3BC30}" dt="2026-05-11T14:21:41.436" v="118" actId="1076"/>
          <ac:picMkLst>
            <pc:docMk/>
            <pc:sldMk cId="1691223347" sldId="299"/>
            <ac:picMk id="5" creationId="{66624101-BF91-A7F1-E6CB-E89F22D710DC}"/>
          </ac:picMkLst>
        </pc:picChg>
        <pc:picChg chg="del">
          <ac:chgData name="Jorge Alonso Mendoza Blancas" userId="S::jorge.mendoza1346@myunfc.ca::c6aa53ef-09d5-4716-a4ec-3eaf0d5d4057" providerId="AD" clId="Web-{9E7F839D-709C-15B1-27CC-00EADEE3BC30}" dt="2026-05-11T14:21:02.545" v="116"/>
          <ac:picMkLst>
            <pc:docMk/>
            <pc:sldMk cId="1691223347" sldId="299"/>
            <ac:picMk id="6" creationId="{EB873558-293C-8647-89EA-46CBCC052533}"/>
          </ac:picMkLst>
        </pc:picChg>
      </pc:sldChg>
      <pc:sldChg chg="addSp delSp modSp add ord replId">
        <pc:chgData name="Jorge Alonso Mendoza Blancas" userId="S::jorge.mendoza1346@myunfc.ca::c6aa53ef-09d5-4716-a4ec-3eaf0d5d4057" providerId="AD" clId="Web-{9E7F839D-709C-15B1-27CC-00EADEE3BC30}" dt="2026-05-11T14:41:33.315" v="213"/>
        <pc:sldMkLst>
          <pc:docMk/>
          <pc:sldMk cId="2330102758" sldId="300"/>
        </pc:sldMkLst>
        <pc:spChg chg="mod">
          <ac:chgData name="Jorge Alonso Mendoza Blancas" userId="S::jorge.mendoza1346@myunfc.ca::c6aa53ef-09d5-4716-a4ec-3eaf0d5d4057" providerId="AD" clId="Web-{9E7F839D-709C-15B1-27CC-00EADEE3BC30}" dt="2026-05-11T14:22:26.389" v="121" actId="20577"/>
          <ac:spMkLst>
            <pc:docMk/>
            <pc:sldMk cId="2330102758" sldId="300"/>
            <ac:spMk id="3" creationId="{5EF3CF62-1845-7C36-2E0E-0DF995142011}"/>
          </ac:spMkLst>
        </pc:spChg>
        <pc:spChg chg="mod">
          <ac:chgData name="Jorge Alonso Mendoza Blancas" userId="S::jorge.mendoza1346@myunfc.ca::c6aa53ef-09d5-4716-a4ec-3eaf0d5d4057" providerId="AD" clId="Web-{9E7F839D-709C-15B1-27CC-00EADEE3BC30}" dt="2026-05-11T14:40:28.549" v="191" actId="1076"/>
          <ac:spMkLst>
            <pc:docMk/>
            <pc:sldMk cId="2330102758" sldId="300"/>
            <ac:spMk id="4" creationId="{45A7C537-A556-E766-E6CF-A9C2F32E93B7}"/>
          </ac:spMkLst>
        </pc:spChg>
        <pc:picChg chg="del">
          <ac:chgData name="Jorge Alonso Mendoza Blancas" userId="S::jorge.mendoza1346@myunfc.ca::c6aa53ef-09d5-4716-a4ec-3eaf0d5d4057" providerId="AD" clId="Web-{9E7F839D-709C-15B1-27CC-00EADEE3BC30}" dt="2026-05-11T14:25:28.921" v="123"/>
          <ac:picMkLst>
            <pc:docMk/>
            <pc:sldMk cId="2330102758" sldId="300"/>
            <ac:picMk id="5" creationId="{051B44E5-072E-477F-4769-3B1458FA137D}"/>
          </ac:picMkLst>
        </pc:picChg>
        <pc:picChg chg="add mod">
          <ac:chgData name="Jorge Alonso Mendoza Blancas" userId="S::jorge.mendoza1346@myunfc.ca::c6aa53ef-09d5-4716-a4ec-3eaf0d5d4057" providerId="AD" clId="Web-{9E7F839D-709C-15B1-27CC-00EADEE3BC30}" dt="2026-05-11T14:41:31.518" v="211" actId="14100"/>
          <ac:picMkLst>
            <pc:docMk/>
            <pc:sldMk cId="2330102758" sldId="300"/>
            <ac:picMk id="6" creationId="{5F3D4AB0-E853-6B08-E4B5-10E216A5B50D}"/>
          </ac:picMkLst>
        </pc:picChg>
        <pc:picChg chg="add del mod">
          <ac:chgData name="Jorge Alonso Mendoza Blancas" userId="S::jorge.mendoza1346@myunfc.ca::c6aa53ef-09d5-4716-a4ec-3eaf0d5d4057" providerId="AD" clId="Web-{9E7F839D-709C-15B1-27CC-00EADEE3BC30}" dt="2026-05-11T14:41:33.315" v="212"/>
          <ac:picMkLst>
            <pc:docMk/>
            <pc:sldMk cId="2330102758" sldId="300"/>
            <ac:picMk id="7" creationId="{2B96AAF8-AD1D-4AB7-F17A-B0ACC6CC3C2F}"/>
          </ac:picMkLst>
        </pc:picChg>
        <pc:picChg chg="add del mod">
          <ac:chgData name="Jorge Alonso Mendoza Blancas" userId="S::jorge.mendoza1346@myunfc.ca::c6aa53ef-09d5-4716-a4ec-3eaf0d5d4057" providerId="AD" clId="Web-{9E7F839D-709C-15B1-27CC-00EADEE3BC30}" dt="2026-05-11T14:41:33.315" v="213"/>
          <ac:picMkLst>
            <pc:docMk/>
            <pc:sldMk cId="2330102758" sldId="300"/>
            <ac:picMk id="8" creationId="{01CEFAA0-464D-A1EA-0E64-ECF0606F38BB}"/>
          </ac:picMkLst>
        </pc:picChg>
      </pc:sldChg>
      <pc:sldChg chg="addSp delSp modSp add ord replId">
        <pc:chgData name="Jorge Alonso Mendoza Blancas" userId="S::jorge.mendoza1346@myunfc.ca::c6aa53ef-09d5-4716-a4ec-3eaf0d5d4057" providerId="AD" clId="Web-{9E7F839D-709C-15B1-27CC-00EADEE3BC30}" dt="2026-05-11T14:36:37.721" v="167"/>
        <pc:sldMkLst>
          <pc:docMk/>
          <pc:sldMk cId="1839436251" sldId="301"/>
        </pc:sldMkLst>
        <pc:spChg chg="mod">
          <ac:chgData name="Jorge Alonso Mendoza Blancas" userId="S::jorge.mendoza1346@myunfc.ca::c6aa53ef-09d5-4716-a4ec-3eaf0d5d4057" providerId="AD" clId="Web-{9E7F839D-709C-15B1-27CC-00EADEE3BC30}" dt="2026-05-11T14:34:12.658" v="161" actId="20577"/>
          <ac:spMkLst>
            <pc:docMk/>
            <pc:sldMk cId="1839436251" sldId="301"/>
            <ac:spMk id="3" creationId="{0BE463DB-CE0A-545F-B72E-AA16EF237AD4}"/>
          </ac:spMkLst>
        </pc:spChg>
        <pc:spChg chg="add del mod">
          <ac:chgData name="Jorge Alonso Mendoza Blancas" userId="S::jorge.mendoza1346@myunfc.ca::c6aa53ef-09d5-4716-a4ec-3eaf0d5d4057" providerId="AD" clId="Web-{9E7F839D-709C-15B1-27CC-00EADEE3BC30}" dt="2026-05-11T14:36:37.721" v="167"/>
          <ac:spMkLst>
            <pc:docMk/>
            <pc:sldMk cId="1839436251" sldId="301"/>
            <ac:spMk id="4" creationId="{05C290F3-6B15-A84B-A07E-14C399BFA313}"/>
          </ac:spMkLst>
        </pc:spChg>
        <pc:picChg chg="add mod">
          <ac:chgData name="Jorge Alonso Mendoza Blancas" userId="S::jorge.mendoza1346@myunfc.ca::c6aa53ef-09d5-4716-a4ec-3eaf0d5d4057" providerId="AD" clId="Web-{9E7F839D-709C-15B1-27CC-00EADEE3BC30}" dt="2026-05-11T14:29:14.188" v="148" actId="1076"/>
          <ac:picMkLst>
            <pc:docMk/>
            <pc:sldMk cId="1839436251" sldId="301"/>
            <ac:picMk id="5" creationId="{9E303377-F5BE-38B2-3D5C-0CF8E9FA6C98}"/>
          </ac:picMkLst>
        </pc:picChg>
        <pc:picChg chg="del">
          <ac:chgData name="Jorge Alonso Mendoza Blancas" userId="S::jorge.mendoza1346@myunfc.ca::c6aa53ef-09d5-4716-a4ec-3eaf0d5d4057" providerId="AD" clId="Web-{9E7F839D-709C-15B1-27CC-00EADEE3BC30}" dt="2026-05-11T14:28:03.172" v="142"/>
          <ac:picMkLst>
            <pc:docMk/>
            <pc:sldMk cId="1839436251" sldId="301"/>
            <ac:picMk id="6" creationId="{561CD2A6-DF82-751A-E952-3F4ACC895475}"/>
          </ac:picMkLst>
        </pc:picChg>
      </pc:sldChg>
      <pc:sldChg chg="addSp delSp modSp add replId">
        <pc:chgData name="Jorge Alonso Mendoza Blancas" userId="S::jorge.mendoza1346@myunfc.ca::c6aa53ef-09d5-4716-a4ec-3eaf0d5d4057" providerId="AD" clId="Web-{9E7F839D-709C-15B1-27CC-00EADEE3BC30}" dt="2026-05-11T14:37:24.221" v="189" actId="14100"/>
        <pc:sldMkLst>
          <pc:docMk/>
          <pc:sldMk cId="2040573577" sldId="302"/>
        </pc:sldMkLst>
        <pc:spChg chg="del mod">
          <ac:chgData name="Jorge Alonso Mendoza Blancas" userId="S::jorge.mendoza1346@myunfc.ca::c6aa53ef-09d5-4716-a4ec-3eaf0d5d4057" providerId="AD" clId="Web-{9E7F839D-709C-15B1-27CC-00EADEE3BC30}" dt="2026-05-11T14:37:17.346" v="183"/>
          <ac:spMkLst>
            <pc:docMk/>
            <pc:sldMk cId="2040573577" sldId="302"/>
            <ac:spMk id="4" creationId="{6A2786FD-727D-205E-248C-5C3F7FE7617B}"/>
          </ac:spMkLst>
        </pc:spChg>
        <pc:spChg chg="add mod">
          <ac:chgData name="Jorge Alonso Mendoza Blancas" userId="S::jorge.mendoza1346@myunfc.ca::c6aa53ef-09d5-4716-a4ec-3eaf0d5d4057" providerId="AD" clId="Web-{9E7F839D-709C-15B1-27CC-00EADEE3BC30}" dt="2026-05-11T14:37:24.221" v="189" actId="14100"/>
          <ac:spMkLst>
            <pc:docMk/>
            <pc:sldMk cId="2040573577" sldId="302"/>
            <ac:spMk id="7" creationId="{8363AB88-C667-5825-F1BB-31F80E6794FE}"/>
          </ac:spMkLst>
        </pc:spChg>
        <pc:picChg chg="del">
          <ac:chgData name="Jorge Alonso Mendoza Blancas" userId="S::jorge.mendoza1346@myunfc.ca::c6aa53ef-09d5-4716-a4ec-3eaf0d5d4057" providerId="AD" clId="Web-{9E7F839D-709C-15B1-27CC-00EADEE3BC30}" dt="2026-05-11T14:36:41.721" v="168"/>
          <ac:picMkLst>
            <pc:docMk/>
            <pc:sldMk cId="2040573577" sldId="302"/>
            <ac:picMk id="5" creationId="{72E8044C-3F61-219F-DE28-4CD03B02FB71}"/>
          </ac:picMkLst>
        </pc:picChg>
      </pc:sldChg>
      <pc:sldChg chg="addSp delSp modSp add replId">
        <pc:chgData name="Jorge Alonso Mendoza Blancas" userId="S::jorge.mendoza1346@myunfc.ca::c6aa53ef-09d5-4716-a4ec-3eaf0d5d4057" providerId="AD" clId="Web-{9E7F839D-709C-15B1-27CC-00EADEE3BC30}" dt="2026-05-11T14:42:21.034" v="233" actId="1076"/>
        <pc:sldMkLst>
          <pc:docMk/>
          <pc:sldMk cId="1012203830" sldId="303"/>
        </pc:sldMkLst>
        <pc:spChg chg="del">
          <ac:chgData name="Jorge Alonso Mendoza Blancas" userId="S::jorge.mendoza1346@myunfc.ca::c6aa53ef-09d5-4716-a4ec-3eaf0d5d4057" providerId="AD" clId="Web-{9E7F839D-709C-15B1-27CC-00EADEE3BC30}" dt="2026-05-11T14:41:41.722" v="216"/>
          <ac:spMkLst>
            <pc:docMk/>
            <pc:sldMk cId="1012203830" sldId="303"/>
            <ac:spMk id="4" creationId="{3F952F3A-5EA6-711E-3FE6-C23E7B6F120E}"/>
          </ac:spMkLst>
        </pc:spChg>
        <pc:picChg chg="add mod">
          <ac:chgData name="Jorge Alonso Mendoza Blancas" userId="S::jorge.mendoza1346@myunfc.ca::c6aa53ef-09d5-4716-a4ec-3eaf0d5d4057" providerId="AD" clId="Web-{9E7F839D-709C-15B1-27CC-00EADEE3BC30}" dt="2026-05-11T14:42:15.441" v="230" actId="1076"/>
          <ac:picMkLst>
            <pc:docMk/>
            <pc:sldMk cId="1012203830" sldId="303"/>
            <ac:picMk id="5" creationId="{896BE97A-09A4-BE92-71DB-C4BC1EFE7A97}"/>
          </ac:picMkLst>
        </pc:picChg>
        <pc:picChg chg="del">
          <ac:chgData name="Jorge Alonso Mendoza Blancas" userId="S::jorge.mendoza1346@myunfc.ca::c6aa53ef-09d5-4716-a4ec-3eaf0d5d4057" providerId="AD" clId="Web-{9E7F839D-709C-15B1-27CC-00EADEE3BC30}" dt="2026-05-11T14:41:38.393" v="215"/>
          <ac:picMkLst>
            <pc:docMk/>
            <pc:sldMk cId="1012203830" sldId="303"/>
            <ac:picMk id="6" creationId="{37C4BF3F-CBAC-4E57-2F74-6FFE07D1DEC5}"/>
          </ac:picMkLst>
        </pc:picChg>
        <pc:picChg chg="mod">
          <ac:chgData name="Jorge Alonso Mendoza Blancas" userId="S::jorge.mendoza1346@myunfc.ca::c6aa53ef-09d5-4716-a4ec-3eaf0d5d4057" providerId="AD" clId="Web-{9E7F839D-709C-15B1-27CC-00EADEE3BC30}" dt="2026-05-11T14:42:21.034" v="233" actId="1076"/>
          <ac:picMkLst>
            <pc:docMk/>
            <pc:sldMk cId="1012203830" sldId="303"/>
            <ac:picMk id="7" creationId="{3FACFFE2-D75B-FD0A-C1A8-23C820E0DE56}"/>
          </ac:picMkLst>
        </pc:picChg>
        <pc:picChg chg="del mod">
          <ac:chgData name="Jorge Alonso Mendoza Blancas" userId="S::jorge.mendoza1346@myunfc.ca::c6aa53ef-09d5-4716-a4ec-3eaf0d5d4057" providerId="AD" clId="Web-{9E7F839D-709C-15B1-27CC-00EADEE3BC30}" dt="2026-05-11T14:41:58.722" v="225"/>
          <ac:picMkLst>
            <pc:docMk/>
            <pc:sldMk cId="1012203830" sldId="303"/>
            <ac:picMk id="8" creationId="{97FE07F0-6FF5-60DA-4431-A2723A311306}"/>
          </ac:picMkLst>
        </pc:picChg>
      </pc:sldChg>
    </pc:docChg>
  </pc:docChgLst>
  <pc:docChgLst>
    <pc:chgData name="Lkhagvadulam Tsogtbayar" userId="838a1b10-1a8b-420d-b050-94b064180a9c" providerId="ADAL" clId="{7155CCEA-DB61-4A37-BD44-5849D9B1E5A1}"/>
    <pc:docChg chg="undo custSel modSld">
      <pc:chgData name="Lkhagvadulam Tsogtbayar" userId="838a1b10-1a8b-420d-b050-94b064180a9c" providerId="ADAL" clId="{7155CCEA-DB61-4A37-BD44-5849D9B1E5A1}" dt="2026-05-11T00:40:59.055" v="556" actId="1036"/>
      <pc:docMkLst>
        <pc:docMk/>
      </pc:docMkLst>
      <pc:sldChg chg="modSp mod">
        <pc:chgData name="Lkhagvadulam Tsogtbayar" userId="838a1b10-1a8b-420d-b050-94b064180a9c" providerId="ADAL" clId="{7155CCEA-DB61-4A37-BD44-5849D9B1E5A1}" dt="2026-05-11T00:40:28.079" v="541" actId="14100"/>
        <pc:sldMkLst>
          <pc:docMk/>
          <pc:sldMk cId="0" sldId="257"/>
        </pc:sldMkLst>
        <pc:spChg chg="mod">
          <ac:chgData name="Lkhagvadulam Tsogtbayar" userId="838a1b10-1a8b-420d-b050-94b064180a9c" providerId="ADAL" clId="{7155CCEA-DB61-4A37-BD44-5849D9B1E5A1}" dt="2026-05-11T00:40:28.079" v="541" actId="14100"/>
          <ac:spMkLst>
            <pc:docMk/>
            <pc:sldMk cId="0" sldId="257"/>
            <ac:spMk id="4" creationId="{00000000-0000-0000-0000-000000000000}"/>
          </ac:spMkLst>
        </pc:spChg>
        <pc:spChg chg="mod">
          <ac:chgData name="Lkhagvadulam Tsogtbayar" userId="838a1b10-1a8b-420d-b050-94b064180a9c" providerId="ADAL" clId="{7155CCEA-DB61-4A37-BD44-5849D9B1E5A1}" dt="2026-05-11T00:38:13.479" v="476" actId="14100"/>
          <ac:spMkLst>
            <pc:docMk/>
            <pc:sldMk cId="0" sldId="257"/>
            <ac:spMk id="5" creationId="{00000000-0000-0000-0000-000000000000}"/>
          </ac:spMkLst>
        </pc:spChg>
        <pc:spChg chg="mod">
          <ac:chgData name="Lkhagvadulam Tsogtbayar" userId="838a1b10-1a8b-420d-b050-94b064180a9c" providerId="ADAL" clId="{7155CCEA-DB61-4A37-BD44-5849D9B1E5A1}" dt="2026-05-11T00:37:45.765" v="456" actId="1035"/>
          <ac:spMkLst>
            <pc:docMk/>
            <pc:sldMk cId="0" sldId="257"/>
            <ac:spMk id="6" creationId="{00000000-0000-0000-0000-000000000000}"/>
          </ac:spMkLst>
        </pc:spChg>
        <pc:spChg chg="mod">
          <ac:chgData name="Lkhagvadulam Tsogtbayar" userId="838a1b10-1a8b-420d-b050-94b064180a9c" providerId="ADAL" clId="{7155CCEA-DB61-4A37-BD44-5849D9B1E5A1}" dt="2026-05-11T00:37:45.765" v="456" actId="1035"/>
          <ac:spMkLst>
            <pc:docMk/>
            <pc:sldMk cId="0" sldId="257"/>
            <ac:spMk id="7" creationId="{00000000-0000-0000-0000-000000000000}"/>
          </ac:spMkLst>
        </pc:spChg>
        <pc:spChg chg="mod">
          <ac:chgData name="Lkhagvadulam Tsogtbayar" userId="838a1b10-1a8b-420d-b050-94b064180a9c" providerId="ADAL" clId="{7155CCEA-DB61-4A37-BD44-5849D9B1E5A1}" dt="2026-05-11T00:37:45.765" v="456" actId="1035"/>
          <ac:spMkLst>
            <pc:docMk/>
            <pc:sldMk cId="0" sldId="257"/>
            <ac:spMk id="8" creationId="{00000000-0000-0000-0000-000000000000}"/>
          </ac:spMkLst>
        </pc:spChg>
        <pc:spChg chg="mod">
          <ac:chgData name="Lkhagvadulam Tsogtbayar" userId="838a1b10-1a8b-420d-b050-94b064180a9c" providerId="ADAL" clId="{7155CCEA-DB61-4A37-BD44-5849D9B1E5A1}" dt="2026-05-11T00:37:45.765" v="456" actId="1035"/>
          <ac:spMkLst>
            <pc:docMk/>
            <pc:sldMk cId="0" sldId="257"/>
            <ac:spMk id="9" creationId="{00000000-0000-0000-0000-000000000000}"/>
          </ac:spMkLst>
        </pc:spChg>
        <pc:spChg chg="mod">
          <ac:chgData name="Lkhagvadulam Tsogtbayar" userId="838a1b10-1a8b-420d-b050-94b064180a9c" providerId="ADAL" clId="{7155CCEA-DB61-4A37-BD44-5849D9B1E5A1}" dt="2026-05-11T00:37:45.765" v="456" actId="1035"/>
          <ac:spMkLst>
            <pc:docMk/>
            <pc:sldMk cId="0" sldId="257"/>
            <ac:spMk id="10" creationId="{00000000-0000-0000-0000-000000000000}"/>
          </ac:spMkLst>
        </pc:spChg>
        <pc:spChg chg="mod">
          <ac:chgData name="Lkhagvadulam Tsogtbayar" userId="838a1b10-1a8b-420d-b050-94b064180a9c" providerId="ADAL" clId="{7155CCEA-DB61-4A37-BD44-5849D9B1E5A1}" dt="2026-05-11T00:37:45.765" v="456" actId="1035"/>
          <ac:spMkLst>
            <pc:docMk/>
            <pc:sldMk cId="0" sldId="257"/>
            <ac:spMk id="11" creationId="{00000000-0000-0000-0000-000000000000}"/>
          </ac:spMkLst>
        </pc:spChg>
        <pc:spChg chg="mod">
          <ac:chgData name="Lkhagvadulam Tsogtbayar" userId="838a1b10-1a8b-420d-b050-94b064180a9c" providerId="ADAL" clId="{7155CCEA-DB61-4A37-BD44-5849D9B1E5A1}" dt="2026-05-11T00:37:45.765" v="456" actId="1035"/>
          <ac:spMkLst>
            <pc:docMk/>
            <pc:sldMk cId="0" sldId="257"/>
            <ac:spMk id="12" creationId="{00000000-0000-0000-0000-000000000000}"/>
          </ac:spMkLst>
        </pc:spChg>
        <pc:spChg chg="mod">
          <ac:chgData name="Lkhagvadulam Tsogtbayar" userId="838a1b10-1a8b-420d-b050-94b064180a9c" providerId="ADAL" clId="{7155CCEA-DB61-4A37-BD44-5849D9B1E5A1}" dt="2026-05-11T00:37:45.765" v="456" actId="1035"/>
          <ac:spMkLst>
            <pc:docMk/>
            <pc:sldMk cId="0" sldId="257"/>
            <ac:spMk id="13" creationId="{00000000-0000-0000-0000-000000000000}"/>
          </ac:spMkLst>
        </pc:spChg>
        <pc:spChg chg="mod">
          <ac:chgData name="Lkhagvadulam Tsogtbayar" userId="838a1b10-1a8b-420d-b050-94b064180a9c" providerId="ADAL" clId="{7155CCEA-DB61-4A37-BD44-5849D9B1E5A1}" dt="2026-05-11T00:37:45.765" v="456" actId="1035"/>
          <ac:spMkLst>
            <pc:docMk/>
            <pc:sldMk cId="0" sldId="257"/>
            <ac:spMk id="14" creationId="{00000000-0000-0000-0000-000000000000}"/>
          </ac:spMkLst>
        </pc:spChg>
        <pc:spChg chg="mod">
          <ac:chgData name="Lkhagvadulam Tsogtbayar" userId="838a1b10-1a8b-420d-b050-94b064180a9c" providerId="ADAL" clId="{7155CCEA-DB61-4A37-BD44-5849D9B1E5A1}" dt="2026-05-11T00:37:45.765" v="456" actId="1035"/>
          <ac:spMkLst>
            <pc:docMk/>
            <pc:sldMk cId="0" sldId="257"/>
            <ac:spMk id="15" creationId="{00000000-0000-0000-0000-000000000000}"/>
          </ac:spMkLst>
        </pc:spChg>
        <pc:spChg chg="mod">
          <ac:chgData name="Lkhagvadulam Tsogtbayar" userId="838a1b10-1a8b-420d-b050-94b064180a9c" providerId="ADAL" clId="{7155CCEA-DB61-4A37-BD44-5849D9B1E5A1}" dt="2026-05-11T00:30:57.450" v="403" actId="1035"/>
          <ac:spMkLst>
            <pc:docMk/>
            <pc:sldMk cId="0" sldId="257"/>
            <ac:spMk id="22" creationId="{00000000-0000-0000-0000-000000000000}"/>
          </ac:spMkLst>
        </pc:spChg>
        <pc:spChg chg="mod">
          <ac:chgData name="Lkhagvadulam Tsogtbayar" userId="838a1b10-1a8b-420d-b050-94b064180a9c" providerId="ADAL" clId="{7155CCEA-DB61-4A37-BD44-5849D9B1E5A1}" dt="2026-05-11T00:30:44.929" v="393" actId="14100"/>
          <ac:spMkLst>
            <pc:docMk/>
            <pc:sldMk cId="0" sldId="257"/>
            <ac:spMk id="38" creationId="{00000000-0000-0000-0000-000000000000}"/>
          </ac:spMkLst>
        </pc:spChg>
      </pc:sldChg>
      <pc:sldChg chg="modSp mod">
        <pc:chgData name="Lkhagvadulam Tsogtbayar" userId="838a1b10-1a8b-420d-b050-94b064180a9c" providerId="ADAL" clId="{7155CCEA-DB61-4A37-BD44-5849D9B1E5A1}" dt="2026-05-11T00:40:53.156" v="547" actId="1036"/>
        <pc:sldMkLst>
          <pc:docMk/>
          <pc:sldMk cId="0" sldId="258"/>
        </pc:sldMkLst>
        <pc:spChg chg="mod">
          <ac:chgData name="Lkhagvadulam Tsogtbayar" userId="838a1b10-1a8b-420d-b050-94b064180a9c" providerId="ADAL" clId="{7155CCEA-DB61-4A37-BD44-5849D9B1E5A1}" dt="2026-05-11T00:38:26.805" v="478" actId="20577"/>
          <ac:spMkLst>
            <pc:docMk/>
            <pc:sldMk cId="0" sldId="258"/>
            <ac:spMk id="9" creationId="{00000000-0000-0000-0000-000000000000}"/>
          </ac:spMkLst>
        </pc:spChg>
        <pc:spChg chg="mod">
          <ac:chgData name="Lkhagvadulam Tsogtbayar" userId="838a1b10-1a8b-420d-b050-94b064180a9c" providerId="ADAL" clId="{7155CCEA-DB61-4A37-BD44-5849D9B1E5A1}" dt="2026-05-11T00:40:53.156" v="547" actId="1036"/>
          <ac:spMkLst>
            <pc:docMk/>
            <pc:sldMk cId="0" sldId="258"/>
            <ac:spMk id="11" creationId="{00000000-0000-0000-0000-000000000000}"/>
          </ac:spMkLst>
        </pc:spChg>
      </pc:sldChg>
      <pc:sldChg chg="modSp mod">
        <pc:chgData name="Lkhagvadulam Tsogtbayar" userId="838a1b10-1a8b-420d-b050-94b064180a9c" providerId="ADAL" clId="{7155CCEA-DB61-4A37-BD44-5849D9B1E5A1}" dt="2026-05-11T00:40:59.055" v="556" actId="1036"/>
        <pc:sldMkLst>
          <pc:docMk/>
          <pc:sldMk cId="0" sldId="259"/>
        </pc:sldMkLst>
        <pc:spChg chg="mod">
          <ac:chgData name="Lkhagvadulam Tsogtbayar" userId="838a1b10-1a8b-420d-b050-94b064180a9c" providerId="ADAL" clId="{7155CCEA-DB61-4A37-BD44-5849D9B1E5A1}" dt="2026-05-11T00:38:38.439" v="486" actId="20577"/>
          <ac:spMkLst>
            <pc:docMk/>
            <pc:sldMk cId="0" sldId="259"/>
            <ac:spMk id="9" creationId="{00000000-0000-0000-0000-000000000000}"/>
          </ac:spMkLst>
        </pc:spChg>
        <pc:spChg chg="mod">
          <ac:chgData name="Lkhagvadulam Tsogtbayar" userId="838a1b10-1a8b-420d-b050-94b064180a9c" providerId="ADAL" clId="{7155CCEA-DB61-4A37-BD44-5849D9B1E5A1}" dt="2026-05-11T00:40:59.055" v="556" actId="1036"/>
          <ac:spMkLst>
            <pc:docMk/>
            <pc:sldMk cId="0" sldId="259"/>
            <ac:spMk id="11" creationId="{00000000-0000-0000-0000-000000000000}"/>
          </ac:spMkLst>
        </pc:spChg>
      </pc:sldChg>
      <pc:sldChg chg="modSp mod">
        <pc:chgData name="Lkhagvadulam Tsogtbayar" userId="838a1b10-1a8b-420d-b050-94b064180a9c" providerId="ADAL" clId="{7155CCEA-DB61-4A37-BD44-5849D9B1E5A1}" dt="2026-05-11T00:39:01.622" v="503" actId="1036"/>
        <pc:sldMkLst>
          <pc:docMk/>
          <pc:sldMk cId="0" sldId="260"/>
        </pc:sldMkLst>
        <pc:spChg chg="mod">
          <ac:chgData name="Lkhagvadulam Tsogtbayar" userId="838a1b10-1a8b-420d-b050-94b064180a9c" providerId="ADAL" clId="{7155CCEA-DB61-4A37-BD44-5849D9B1E5A1}" dt="2026-05-11T00:38:56.887" v="498" actId="20577"/>
          <ac:spMkLst>
            <pc:docMk/>
            <pc:sldMk cId="0" sldId="260"/>
            <ac:spMk id="9" creationId="{00000000-0000-0000-0000-000000000000}"/>
          </ac:spMkLst>
        </pc:spChg>
        <pc:spChg chg="mod">
          <ac:chgData name="Lkhagvadulam Tsogtbayar" userId="838a1b10-1a8b-420d-b050-94b064180a9c" providerId="ADAL" clId="{7155CCEA-DB61-4A37-BD44-5849D9B1E5A1}" dt="2026-05-11T00:39:01.622" v="503" actId="1036"/>
          <ac:spMkLst>
            <pc:docMk/>
            <pc:sldMk cId="0" sldId="260"/>
            <ac:spMk id="11" creationId="{00000000-0000-0000-0000-000000000000}"/>
          </ac:spMkLst>
        </pc:spChg>
      </pc:sldChg>
      <pc:sldChg chg="modSp mod">
        <pc:chgData name="Lkhagvadulam Tsogtbayar" userId="838a1b10-1a8b-420d-b050-94b064180a9c" providerId="ADAL" clId="{7155CCEA-DB61-4A37-BD44-5849D9B1E5A1}" dt="2026-05-11T00:39:18.625" v="518" actId="1036"/>
        <pc:sldMkLst>
          <pc:docMk/>
          <pc:sldMk cId="0" sldId="261"/>
        </pc:sldMkLst>
        <pc:spChg chg="mod">
          <ac:chgData name="Lkhagvadulam Tsogtbayar" userId="838a1b10-1a8b-420d-b050-94b064180a9c" providerId="ADAL" clId="{7155CCEA-DB61-4A37-BD44-5849D9B1E5A1}" dt="2026-05-11T00:39:09.035" v="505" actId="20577"/>
          <ac:spMkLst>
            <pc:docMk/>
            <pc:sldMk cId="0" sldId="261"/>
            <ac:spMk id="9" creationId="{00000000-0000-0000-0000-000000000000}"/>
          </ac:spMkLst>
        </pc:spChg>
        <pc:spChg chg="mod">
          <ac:chgData name="Lkhagvadulam Tsogtbayar" userId="838a1b10-1a8b-420d-b050-94b064180a9c" providerId="ADAL" clId="{7155CCEA-DB61-4A37-BD44-5849D9B1E5A1}" dt="2026-05-11T00:39:18.625" v="518" actId="1036"/>
          <ac:spMkLst>
            <pc:docMk/>
            <pc:sldMk cId="0" sldId="261"/>
            <ac:spMk id="11" creationId="{00000000-0000-0000-0000-000000000000}"/>
          </ac:spMkLst>
        </pc:spChg>
      </pc:sldChg>
      <pc:sldChg chg="modSp mod">
        <pc:chgData name="Lkhagvadulam Tsogtbayar" userId="838a1b10-1a8b-420d-b050-94b064180a9c" providerId="ADAL" clId="{7155CCEA-DB61-4A37-BD44-5849D9B1E5A1}" dt="2026-05-11T00:39:29.159" v="529" actId="1036"/>
        <pc:sldMkLst>
          <pc:docMk/>
          <pc:sldMk cId="0" sldId="262"/>
        </pc:sldMkLst>
        <pc:spChg chg="mod">
          <ac:chgData name="Lkhagvadulam Tsogtbayar" userId="838a1b10-1a8b-420d-b050-94b064180a9c" providerId="ADAL" clId="{7155CCEA-DB61-4A37-BD44-5849D9B1E5A1}" dt="2026-05-11T00:37:12.836" v="435" actId="20577"/>
          <ac:spMkLst>
            <pc:docMk/>
            <pc:sldMk cId="0" sldId="262"/>
            <ac:spMk id="9" creationId="{00000000-0000-0000-0000-000000000000}"/>
          </ac:spMkLst>
        </pc:spChg>
        <pc:spChg chg="mod">
          <ac:chgData name="Lkhagvadulam Tsogtbayar" userId="838a1b10-1a8b-420d-b050-94b064180a9c" providerId="ADAL" clId="{7155CCEA-DB61-4A37-BD44-5849D9B1E5A1}" dt="2026-05-11T00:39:29.159" v="529" actId="1036"/>
          <ac:spMkLst>
            <pc:docMk/>
            <pc:sldMk cId="0" sldId="262"/>
            <ac:spMk id="11" creationId="{00000000-0000-0000-0000-000000000000}"/>
          </ac:spMkLst>
        </pc:spChg>
      </pc:sldChg>
      <pc:sldChg chg="modSp mod">
        <pc:chgData name="Lkhagvadulam Tsogtbayar" userId="838a1b10-1a8b-420d-b050-94b064180a9c" providerId="ADAL" clId="{7155CCEA-DB61-4A37-BD44-5849D9B1E5A1}" dt="2026-05-11T00:39:33.965" v="538" actId="1036"/>
        <pc:sldMkLst>
          <pc:docMk/>
          <pc:sldMk cId="0" sldId="263"/>
        </pc:sldMkLst>
        <pc:spChg chg="mod">
          <ac:chgData name="Lkhagvadulam Tsogtbayar" userId="838a1b10-1a8b-420d-b050-94b064180a9c" providerId="ADAL" clId="{7155CCEA-DB61-4A37-BD44-5849D9B1E5A1}" dt="2026-05-11T00:37:04.396" v="433" actId="20577"/>
          <ac:spMkLst>
            <pc:docMk/>
            <pc:sldMk cId="0" sldId="263"/>
            <ac:spMk id="9" creationId="{00000000-0000-0000-0000-000000000000}"/>
          </ac:spMkLst>
        </pc:spChg>
        <pc:spChg chg="mod">
          <ac:chgData name="Lkhagvadulam Tsogtbayar" userId="838a1b10-1a8b-420d-b050-94b064180a9c" providerId="ADAL" clId="{7155CCEA-DB61-4A37-BD44-5849D9B1E5A1}" dt="2026-05-11T00:39:33.965" v="538" actId="1036"/>
          <ac:spMkLst>
            <pc:docMk/>
            <pc:sldMk cId="0" sldId="263"/>
            <ac:spMk id="11" creationId="{00000000-0000-0000-0000-000000000000}"/>
          </ac:spMkLst>
        </pc:spChg>
      </pc:sldChg>
      <pc:sldChg chg="modSp mod">
        <pc:chgData name="Lkhagvadulam Tsogtbayar" userId="838a1b10-1a8b-420d-b050-94b064180a9c" providerId="ADAL" clId="{7155CCEA-DB61-4A37-BD44-5849D9B1E5A1}" dt="2026-05-11T00:36:13.039" v="424" actId="14100"/>
        <pc:sldMkLst>
          <pc:docMk/>
          <pc:sldMk cId="0" sldId="264"/>
        </pc:sldMkLst>
        <pc:spChg chg="mod">
          <ac:chgData name="Lkhagvadulam Tsogtbayar" userId="838a1b10-1a8b-420d-b050-94b064180a9c" providerId="ADAL" clId="{7155CCEA-DB61-4A37-BD44-5849D9B1E5A1}" dt="2026-05-11T00:29:23.942" v="236" actId="14100"/>
          <ac:spMkLst>
            <pc:docMk/>
            <pc:sldMk cId="0" sldId="264"/>
            <ac:spMk id="6" creationId="{00000000-0000-0000-0000-000000000000}"/>
          </ac:spMkLst>
        </pc:spChg>
        <pc:spChg chg="mod">
          <ac:chgData name="Lkhagvadulam Tsogtbayar" userId="838a1b10-1a8b-420d-b050-94b064180a9c" providerId="ADAL" clId="{7155CCEA-DB61-4A37-BD44-5849D9B1E5A1}" dt="2026-05-11T00:25:45.162" v="52" actId="14100"/>
          <ac:spMkLst>
            <pc:docMk/>
            <pc:sldMk cId="0" sldId="264"/>
            <ac:spMk id="14" creationId="{00000000-0000-0000-0000-000000000000}"/>
          </ac:spMkLst>
        </pc:spChg>
        <pc:spChg chg="mod">
          <ac:chgData name="Lkhagvadulam Tsogtbayar" userId="838a1b10-1a8b-420d-b050-94b064180a9c" providerId="ADAL" clId="{7155CCEA-DB61-4A37-BD44-5849D9B1E5A1}" dt="2026-05-11T00:36:06.971" v="422" actId="14100"/>
          <ac:spMkLst>
            <pc:docMk/>
            <pc:sldMk cId="0" sldId="264"/>
            <ac:spMk id="16" creationId="{00000000-0000-0000-0000-000000000000}"/>
          </ac:spMkLst>
        </pc:spChg>
        <pc:spChg chg="mod">
          <ac:chgData name="Lkhagvadulam Tsogtbayar" userId="838a1b10-1a8b-420d-b050-94b064180a9c" providerId="ADAL" clId="{7155CCEA-DB61-4A37-BD44-5849D9B1E5A1}" dt="2026-05-11T00:25:33.909" v="47" actId="14100"/>
          <ac:spMkLst>
            <pc:docMk/>
            <pc:sldMk cId="0" sldId="264"/>
            <ac:spMk id="19" creationId="{00000000-0000-0000-0000-000000000000}"/>
          </ac:spMkLst>
        </pc:spChg>
        <pc:spChg chg="mod">
          <ac:chgData name="Lkhagvadulam Tsogtbayar" userId="838a1b10-1a8b-420d-b050-94b064180a9c" providerId="ADAL" clId="{7155CCEA-DB61-4A37-BD44-5849D9B1E5A1}" dt="2026-05-11T00:36:09.914" v="423" actId="14100"/>
          <ac:spMkLst>
            <pc:docMk/>
            <pc:sldMk cId="0" sldId="264"/>
            <ac:spMk id="21" creationId="{00000000-0000-0000-0000-000000000000}"/>
          </ac:spMkLst>
        </pc:spChg>
        <pc:spChg chg="mod">
          <ac:chgData name="Lkhagvadulam Tsogtbayar" userId="838a1b10-1a8b-420d-b050-94b064180a9c" providerId="ADAL" clId="{7155CCEA-DB61-4A37-BD44-5849D9B1E5A1}" dt="2026-05-11T00:29:17.391" v="234" actId="1036"/>
          <ac:spMkLst>
            <pc:docMk/>
            <pc:sldMk cId="0" sldId="264"/>
            <ac:spMk id="26" creationId="{00000000-0000-0000-0000-000000000000}"/>
          </ac:spMkLst>
        </pc:spChg>
        <pc:spChg chg="mod">
          <ac:chgData name="Lkhagvadulam Tsogtbayar" userId="838a1b10-1a8b-420d-b050-94b064180a9c" providerId="ADAL" clId="{7155CCEA-DB61-4A37-BD44-5849D9B1E5A1}" dt="2026-05-11T00:29:21.649" v="235" actId="1076"/>
          <ac:spMkLst>
            <pc:docMk/>
            <pc:sldMk cId="0" sldId="264"/>
            <ac:spMk id="27" creationId="{00000000-0000-0000-0000-000000000000}"/>
          </ac:spMkLst>
        </pc:spChg>
        <pc:spChg chg="mod">
          <ac:chgData name="Lkhagvadulam Tsogtbayar" userId="838a1b10-1a8b-420d-b050-94b064180a9c" providerId="ADAL" clId="{7155CCEA-DB61-4A37-BD44-5849D9B1E5A1}" dt="2026-05-11T00:28:22.169" v="179" actId="1035"/>
          <ac:spMkLst>
            <pc:docMk/>
            <pc:sldMk cId="0" sldId="264"/>
            <ac:spMk id="28" creationId="{00000000-0000-0000-0000-000000000000}"/>
          </ac:spMkLst>
        </pc:spChg>
        <pc:spChg chg="mod">
          <ac:chgData name="Lkhagvadulam Tsogtbayar" userId="838a1b10-1a8b-420d-b050-94b064180a9c" providerId="ADAL" clId="{7155CCEA-DB61-4A37-BD44-5849D9B1E5A1}" dt="2026-05-11T00:29:04.495" v="218" actId="1036"/>
          <ac:spMkLst>
            <pc:docMk/>
            <pc:sldMk cId="0" sldId="264"/>
            <ac:spMk id="29" creationId="{00000000-0000-0000-0000-000000000000}"/>
          </ac:spMkLst>
        </pc:spChg>
        <pc:spChg chg="mod">
          <ac:chgData name="Lkhagvadulam Tsogtbayar" userId="838a1b10-1a8b-420d-b050-94b064180a9c" providerId="ADAL" clId="{7155CCEA-DB61-4A37-BD44-5849D9B1E5A1}" dt="2026-05-11T00:29:04.495" v="218" actId="1036"/>
          <ac:spMkLst>
            <pc:docMk/>
            <pc:sldMk cId="0" sldId="264"/>
            <ac:spMk id="30" creationId="{00000000-0000-0000-0000-000000000000}"/>
          </ac:spMkLst>
        </pc:spChg>
        <pc:spChg chg="mod">
          <ac:chgData name="Lkhagvadulam Tsogtbayar" userId="838a1b10-1a8b-420d-b050-94b064180a9c" providerId="ADAL" clId="{7155CCEA-DB61-4A37-BD44-5849D9B1E5A1}" dt="2026-05-11T00:29:04.495" v="218" actId="1036"/>
          <ac:spMkLst>
            <pc:docMk/>
            <pc:sldMk cId="0" sldId="264"/>
            <ac:spMk id="31" creationId="{00000000-0000-0000-0000-000000000000}"/>
          </ac:spMkLst>
        </pc:spChg>
        <pc:spChg chg="mod">
          <ac:chgData name="Lkhagvadulam Tsogtbayar" userId="838a1b10-1a8b-420d-b050-94b064180a9c" providerId="ADAL" clId="{7155CCEA-DB61-4A37-BD44-5849D9B1E5A1}" dt="2026-05-11T00:29:04.495" v="218" actId="1036"/>
          <ac:spMkLst>
            <pc:docMk/>
            <pc:sldMk cId="0" sldId="264"/>
            <ac:spMk id="32" creationId="{00000000-0000-0000-0000-000000000000}"/>
          </ac:spMkLst>
        </pc:spChg>
        <pc:spChg chg="mod">
          <ac:chgData name="Lkhagvadulam Tsogtbayar" userId="838a1b10-1a8b-420d-b050-94b064180a9c" providerId="ADAL" clId="{7155CCEA-DB61-4A37-BD44-5849D9B1E5A1}" dt="2026-05-11T00:29:04.495" v="218" actId="1036"/>
          <ac:spMkLst>
            <pc:docMk/>
            <pc:sldMk cId="0" sldId="264"/>
            <ac:spMk id="33" creationId="{00000000-0000-0000-0000-000000000000}"/>
          </ac:spMkLst>
        </pc:spChg>
        <pc:spChg chg="mod">
          <ac:chgData name="Lkhagvadulam Tsogtbayar" userId="838a1b10-1a8b-420d-b050-94b064180a9c" providerId="ADAL" clId="{7155CCEA-DB61-4A37-BD44-5849D9B1E5A1}" dt="2026-05-11T00:29:04.495" v="218" actId="1036"/>
          <ac:spMkLst>
            <pc:docMk/>
            <pc:sldMk cId="0" sldId="264"/>
            <ac:spMk id="34" creationId="{00000000-0000-0000-0000-000000000000}"/>
          </ac:spMkLst>
        </pc:spChg>
        <pc:spChg chg="mod">
          <ac:chgData name="Lkhagvadulam Tsogtbayar" userId="838a1b10-1a8b-420d-b050-94b064180a9c" providerId="ADAL" clId="{7155CCEA-DB61-4A37-BD44-5849D9B1E5A1}" dt="2026-05-11T00:29:53.792" v="313" actId="1076"/>
          <ac:spMkLst>
            <pc:docMk/>
            <pc:sldMk cId="0" sldId="264"/>
            <ac:spMk id="35" creationId="{00000000-0000-0000-0000-000000000000}"/>
          </ac:spMkLst>
        </pc:spChg>
        <pc:spChg chg="mod">
          <ac:chgData name="Lkhagvadulam Tsogtbayar" userId="838a1b10-1a8b-420d-b050-94b064180a9c" providerId="ADAL" clId="{7155CCEA-DB61-4A37-BD44-5849D9B1E5A1}" dt="2026-05-11T00:29:50.010" v="312" actId="1036"/>
          <ac:spMkLst>
            <pc:docMk/>
            <pc:sldMk cId="0" sldId="264"/>
            <ac:spMk id="36" creationId="{00000000-0000-0000-0000-000000000000}"/>
          </ac:spMkLst>
        </pc:spChg>
        <pc:spChg chg="mod">
          <ac:chgData name="Lkhagvadulam Tsogtbayar" userId="838a1b10-1a8b-420d-b050-94b064180a9c" providerId="ADAL" clId="{7155CCEA-DB61-4A37-BD44-5849D9B1E5A1}" dt="2026-05-11T00:29:50.010" v="312" actId="1036"/>
          <ac:spMkLst>
            <pc:docMk/>
            <pc:sldMk cId="0" sldId="264"/>
            <ac:spMk id="37" creationId="{00000000-0000-0000-0000-000000000000}"/>
          </ac:spMkLst>
        </pc:spChg>
        <pc:spChg chg="mod">
          <ac:chgData name="Lkhagvadulam Tsogtbayar" userId="838a1b10-1a8b-420d-b050-94b064180a9c" providerId="ADAL" clId="{7155CCEA-DB61-4A37-BD44-5849D9B1E5A1}" dt="2026-05-11T00:29:50.010" v="312" actId="1036"/>
          <ac:spMkLst>
            <pc:docMk/>
            <pc:sldMk cId="0" sldId="264"/>
            <ac:spMk id="38" creationId="{00000000-0000-0000-0000-000000000000}"/>
          </ac:spMkLst>
        </pc:spChg>
        <pc:spChg chg="mod">
          <ac:chgData name="Lkhagvadulam Tsogtbayar" userId="838a1b10-1a8b-420d-b050-94b064180a9c" providerId="ADAL" clId="{7155CCEA-DB61-4A37-BD44-5849D9B1E5A1}" dt="2026-05-11T00:29:50.010" v="312" actId="1036"/>
          <ac:spMkLst>
            <pc:docMk/>
            <pc:sldMk cId="0" sldId="264"/>
            <ac:spMk id="39" creationId="{00000000-0000-0000-0000-000000000000}"/>
          </ac:spMkLst>
        </pc:spChg>
        <pc:spChg chg="mod">
          <ac:chgData name="Lkhagvadulam Tsogtbayar" userId="838a1b10-1a8b-420d-b050-94b064180a9c" providerId="ADAL" clId="{7155CCEA-DB61-4A37-BD44-5849D9B1E5A1}" dt="2026-05-11T00:29:50.010" v="312" actId="1036"/>
          <ac:spMkLst>
            <pc:docMk/>
            <pc:sldMk cId="0" sldId="264"/>
            <ac:spMk id="40" creationId="{00000000-0000-0000-0000-000000000000}"/>
          </ac:spMkLst>
        </pc:spChg>
        <pc:spChg chg="mod">
          <ac:chgData name="Lkhagvadulam Tsogtbayar" userId="838a1b10-1a8b-420d-b050-94b064180a9c" providerId="ADAL" clId="{7155CCEA-DB61-4A37-BD44-5849D9B1E5A1}" dt="2026-05-11T00:29:50.010" v="312" actId="1036"/>
          <ac:spMkLst>
            <pc:docMk/>
            <pc:sldMk cId="0" sldId="264"/>
            <ac:spMk id="41" creationId="{00000000-0000-0000-0000-000000000000}"/>
          </ac:spMkLst>
        </pc:spChg>
        <pc:spChg chg="mod">
          <ac:chgData name="Lkhagvadulam Tsogtbayar" userId="838a1b10-1a8b-420d-b050-94b064180a9c" providerId="ADAL" clId="{7155CCEA-DB61-4A37-BD44-5849D9B1E5A1}" dt="2026-05-11T00:29:50.010" v="312" actId="1036"/>
          <ac:spMkLst>
            <pc:docMk/>
            <pc:sldMk cId="0" sldId="264"/>
            <ac:spMk id="42" creationId="{00000000-0000-0000-0000-000000000000}"/>
          </ac:spMkLst>
        </pc:spChg>
        <pc:spChg chg="mod">
          <ac:chgData name="Lkhagvadulam Tsogtbayar" userId="838a1b10-1a8b-420d-b050-94b064180a9c" providerId="ADAL" clId="{7155CCEA-DB61-4A37-BD44-5849D9B1E5A1}" dt="2026-05-11T00:30:27.782" v="392" actId="1036"/>
          <ac:spMkLst>
            <pc:docMk/>
            <pc:sldMk cId="0" sldId="264"/>
            <ac:spMk id="43" creationId="{00000000-0000-0000-0000-000000000000}"/>
          </ac:spMkLst>
        </pc:spChg>
        <pc:spChg chg="mod">
          <ac:chgData name="Lkhagvadulam Tsogtbayar" userId="838a1b10-1a8b-420d-b050-94b064180a9c" providerId="ADAL" clId="{7155CCEA-DB61-4A37-BD44-5849D9B1E5A1}" dt="2026-05-11T00:30:06.371" v="390" actId="1035"/>
          <ac:spMkLst>
            <pc:docMk/>
            <pc:sldMk cId="0" sldId="264"/>
            <ac:spMk id="44" creationId="{00000000-0000-0000-0000-000000000000}"/>
          </ac:spMkLst>
        </pc:spChg>
        <pc:spChg chg="mod">
          <ac:chgData name="Lkhagvadulam Tsogtbayar" userId="838a1b10-1a8b-420d-b050-94b064180a9c" providerId="ADAL" clId="{7155CCEA-DB61-4A37-BD44-5849D9B1E5A1}" dt="2026-05-11T00:36:13.039" v="424" actId="14100"/>
          <ac:spMkLst>
            <pc:docMk/>
            <pc:sldMk cId="0" sldId="264"/>
            <ac:spMk id="45" creationId="{00000000-0000-0000-0000-000000000000}"/>
          </ac:spMkLst>
        </pc:spChg>
        <pc:spChg chg="mod">
          <ac:chgData name="Lkhagvadulam Tsogtbayar" userId="838a1b10-1a8b-420d-b050-94b064180a9c" providerId="ADAL" clId="{7155CCEA-DB61-4A37-BD44-5849D9B1E5A1}" dt="2026-05-11T00:30:06.371" v="390" actId="1035"/>
          <ac:spMkLst>
            <pc:docMk/>
            <pc:sldMk cId="0" sldId="264"/>
            <ac:spMk id="46" creationId="{00000000-0000-0000-0000-000000000000}"/>
          </ac:spMkLst>
        </pc:spChg>
        <pc:spChg chg="mod">
          <ac:chgData name="Lkhagvadulam Tsogtbayar" userId="838a1b10-1a8b-420d-b050-94b064180a9c" providerId="ADAL" clId="{7155CCEA-DB61-4A37-BD44-5849D9B1E5A1}" dt="2026-05-11T00:30:06.371" v="390" actId="1035"/>
          <ac:spMkLst>
            <pc:docMk/>
            <pc:sldMk cId="0" sldId="264"/>
            <ac:spMk id="47" creationId="{00000000-0000-0000-0000-000000000000}"/>
          </ac:spMkLst>
        </pc:spChg>
        <pc:spChg chg="mod">
          <ac:chgData name="Lkhagvadulam Tsogtbayar" userId="838a1b10-1a8b-420d-b050-94b064180a9c" providerId="ADAL" clId="{7155CCEA-DB61-4A37-BD44-5849D9B1E5A1}" dt="2026-05-11T00:28:31.355" v="181" actId="1076"/>
          <ac:spMkLst>
            <pc:docMk/>
            <pc:sldMk cId="0" sldId="264"/>
            <ac:spMk id="48" creationId="{00000000-0000-0000-0000-000000000000}"/>
          </ac:spMkLst>
        </pc:spChg>
        <pc:spChg chg="mod">
          <ac:chgData name="Lkhagvadulam Tsogtbayar" userId="838a1b10-1a8b-420d-b050-94b064180a9c" providerId="ADAL" clId="{7155CCEA-DB61-4A37-BD44-5849D9B1E5A1}" dt="2026-05-11T00:28:28.038" v="180" actId="1076"/>
          <ac:spMkLst>
            <pc:docMk/>
            <pc:sldMk cId="0" sldId="264"/>
            <ac:spMk id="50" creationId="{00000000-0000-0000-0000-000000000000}"/>
          </ac:spMkLst>
        </pc:spChg>
      </pc:sldChg>
      <pc:sldChg chg="modSp mod">
        <pc:chgData name="Lkhagvadulam Tsogtbayar" userId="838a1b10-1a8b-420d-b050-94b064180a9c" providerId="ADAL" clId="{7155CCEA-DB61-4A37-BD44-5849D9B1E5A1}" dt="2026-05-11T00:35:57.196" v="421" actId="1035"/>
        <pc:sldMkLst>
          <pc:docMk/>
          <pc:sldMk cId="0" sldId="265"/>
        </pc:sldMkLst>
        <pc:spChg chg="mod">
          <ac:chgData name="Lkhagvadulam Tsogtbayar" userId="838a1b10-1a8b-420d-b050-94b064180a9c" providerId="ADAL" clId="{7155CCEA-DB61-4A37-BD44-5849D9B1E5A1}" dt="2026-05-11T00:35:57.196" v="421" actId="1035"/>
          <ac:spMkLst>
            <pc:docMk/>
            <pc:sldMk cId="0" sldId="265"/>
            <ac:spMk id="17" creationId="{00000000-0000-0000-0000-000000000000}"/>
          </ac:spMkLst>
        </pc:spChg>
        <pc:spChg chg="mod">
          <ac:chgData name="Lkhagvadulam Tsogtbayar" userId="838a1b10-1a8b-420d-b050-94b064180a9c" providerId="ADAL" clId="{7155CCEA-DB61-4A37-BD44-5849D9B1E5A1}" dt="2026-05-11T00:35:46.885" v="414" actId="1035"/>
          <ac:spMkLst>
            <pc:docMk/>
            <pc:sldMk cId="0" sldId="265"/>
            <ac:spMk id="29" creationId="{00000000-0000-0000-0000-000000000000}"/>
          </ac:spMkLst>
        </pc:spChg>
      </pc:sldChg>
      <pc:sldChg chg="modSp mod">
        <pc:chgData name="Lkhagvadulam Tsogtbayar" userId="838a1b10-1a8b-420d-b050-94b064180a9c" providerId="ADAL" clId="{7155CCEA-DB61-4A37-BD44-5849D9B1E5A1}" dt="2026-05-11T00:36:19.676" v="425" actId="14100"/>
        <pc:sldMkLst>
          <pc:docMk/>
          <pc:sldMk cId="0" sldId="266"/>
        </pc:sldMkLst>
        <pc:spChg chg="mod">
          <ac:chgData name="Lkhagvadulam Tsogtbayar" userId="838a1b10-1a8b-420d-b050-94b064180a9c" providerId="ADAL" clId="{7155CCEA-DB61-4A37-BD44-5849D9B1E5A1}" dt="2026-05-11T00:36:19.676" v="425" actId="14100"/>
          <ac:spMkLst>
            <pc:docMk/>
            <pc:sldMk cId="0" sldId="266"/>
            <ac:spMk id="18" creationId="{00000000-0000-0000-0000-000000000000}"/>
          </ac:spMkLst>
        </pc:spChg>
      </pc:sldChg>
      <pc:sldChg chg="modSp mod">
        <pc:chgData name="Lkhagvadulam Tsogtbayar" userId="838a1b10-1a8b-420d-b050-94b064180a9c" providerId="ADAL" clId="{7155CCEA-DB61-4A37-BD44-5849D9B1E5A1}" dt="2026-05-11T00:40:05.615" v="540" actId="403"/>
        <pc:sldMkLst>
          <pc:docMk/>
          <pc:sldMk cId="0" sldId="267"/>
        </pc:sldMkLst>
        <pc:spChg chg="mod">
          <ac:chgData name="Lkhagvadulam Tsogtbayar" userId="838a1b10-1a8b-420d-b050-94b064180a9c" providerId="ADAL" clId="{7155CCEA-DB61-4A37-BD44-5849D9B1E5A1}" dt="2026-05-11T00:40:05.615" v="540" actId="403"/>
          <ac:spMkLst>
            <pc:docMk/>
            <pc:sldMk cId="0" sldId="267"/>
            <ac:spMk id="7" creationId="{00000000-0000-0000-0000-000000000000}"/>
          </ac:spMkLst>
        </pc:spChg>
        <pc:spChg chg="mod">
          <ac:chgData name="Lkhagvadulam Tsogtbayar" userId="838a1b10-1a8b-420d-b050-94b064180a9c" providerId="ADAL" clId="{7155CCEA-DB61-4A37-BD44-5849D9B1E5A1}" dt="2026-05-11T00:40:05.615" v="540" actId="403"/>
          <ac:spMkLst>
            <pc:docMk/>
            <pc:sldMk cId="0" sldId="267"/>
            <ac:spMk id="8" creationId="{00000000-0000-0000-0000-000000000000}"/>
          </ac:spMkLst>
        </pc:spChg>
        <pc:spChg chg="mod">
          <ac:chgData name="Lkhagvadulam Tsogtbayar" userId="838a1b10-1a8b-420d-b050-94b064180a9c" providerId="ADAL" clId="{7155CCEA-DB61-4A37-BD44-5849D9B1E5A1}" dt="2026-05-11T00:40:05.615" v="540" actId="403"/>
          <ac:spMkLst>
            <pc:docMk/>
            <pc:sldMk cId="0" sldId="267"/>
            <ac:spMk id="9" creationId="{00000000-0000-0000-0000-000000000000}"/>
          </ac:spMkLst>
        </pc:spChg>
        <pc:spChg chg="mod">
          <ac:chgData name="Lkhagvadulam Tsogtbayar" userId="838a1b10-1a8b-420d-b050-94b064180a9c" providerId="ADAL" clId="{7155CCEA-DB61-4A37-BD44-5849D9B1E5A1}" dt="2026-05-11T00:40:05.615" v="540" actId="403"/>
          <ac:spMkLst>
            <pc:docMk/>
            <pc:sldMk cId="0" sldId="267"/>
            <ac:spMk id="10" creationId="{00000000-0000-0000-0000-000000000000}"/>
          </ac:spMkLst>
        </pc:spChg>
        <pc:spChg chg="mod">
          <ac:chgData name="Lkhagvadulam Tsogtbayar" userId="838a1b10-1a8b-420d-b050-94b064180a9c" providerId="ADAL" clId="{7155CCEA-DB61-4A37-BD44-5849D9B1E5A1}" dt="2026-05-11T00:40:05.615" v="540" actId="403"/>
          <ac:spMkLst>
            <pc:docMk/>
            <pc:sldMk cId="0" sldId="267"/>
            <ac:spMk id="14" creationId="{00000000-0000-0000-0000-000000000000}"/>
          </ac:spMkLst>
        </pc:spChg>
        <pc:spChg chg="mod">
          <ac:chgData name="Lkhagvadulam Tsogtbayar" userId="838a1b10-1a8b-420d-b050-94b064180a9c" providerId="ADAL" clId="{7155CCEA-DB61-4A37-BD44-5849D9B1E5A1}" dt="2026-05-11T00:40:05.615" v="540" actId="403"/>
          <ac:spMkLst>
            <pc:docMk/>
            <pc:sldMk cId="0" sldId="267"/>
            <ac:spMk id="16" creationId="{00000000-0000-0000-0000-000000000000}"/>
          </ac:spMkLst>
        </pc:spChg>
        <pc:spChg chg="mod">
          <ac:chgData name="Lkhagvadulam Tsogtbayar" userId="838a1b10-1a8b-420d-b050-94b064180a9c" providerId="ADAL" clId="{7155CCEA-DB61-4A37-BD44-5849D9B1E5A1}" dt="2026-05-11T00:40:05.615" v="540" actId="403"/>
          <ac:spMkLst>
            <pc:docMk/>
            <pc:sldMk cId="0" sldId="267"/>
            <ac:spMk id="21" creationId="{00000000-0000-0000-0000-000000000000}"/>
          </ac:spMkLst>
        </pc:spChg>
        <pc:spChg chg="mod">
          <ac:chgData name="Lkhagvadulam Tsogtbayar" userId="838a1b10-1a8b-420d-b050-94b064180a9c" providerId="ADAL" clId="{7155CCEA-DB61-4A37-BD44-5849D9B1E5A1}" dt="2026-05-11T00:40:05.615" v="540" actId="403"/>
          <ac:spMkLst>
            <pc:docMk/>
            <pc:sldMk cId="0" sldId="267"/>
            <ac:spMk id="22" creationId="{00000000-0000-0000-0000-000000000000}"/>
          </ac:spMkLst>
        </pc:spChg>
        <pc:spChg chg="mod">
          <ac:chgData name="Lkhagvadulam Tsogtbayar" userId="838a1b10-1a8b-420d-b050-94b064180a9c" providerId="ADAL" clId="{7155CCEA-DB61-4A37-BD44-5849D9B1E5A1}" dt="2026-05-11T00:40:05.615" v="540" actId="403"/>
          <ac:spMkLst>
            <pc:docMk/>
            <pc:sldMk cId="0" sldId="267"/>
            <ac:spMk id="23" creationId="{00000000-0000-0000-0000-000000000000}"/>
          </ac:spMkLst>
        </pc:spChg>
        <pc:spChg chg="mod">
          <ac:chgData name="Lkhagvadulam Tsogtbayar" userId="838a1b10-1a8b-420d-b050-94b064180a9c" providerId="ADAL" clId="{7155CCEA-DB61-4A37-BD44-5849D9B1E5A1}" dt="2026-05-11T00:40:05.615" v="540" actId="403"/>
          <ac:spMkLst>
            <pc:docMk/>
            <pc:sldMk cId="0" sldId="267"/>
            <ac:spMk id="24" creationId="{00000000-0000-0000-0000-000000000000}"/>
          </ac:spMkLst>
        </pc:spChg>
      </pc:sldChg>
    </pc:docChg>
  </pc:docChgLst>
  <pc:docChgLst>
    <pc:chgData name="Nadia Fernanda Rios Liza" userId="d12b3a92-16f5-4de3-a1bd-bec5737280dc" providerId="ADAL" clId="{BE41E522-1153-4F13-A0D6-892E22AA55A1}"/>
    <pc:docChg chg="undo custSel addSld delSld modSld sldOrd">
      <pc:chgData name="Nadia Fernanda Rios Liza" userId="d12b3a92-16f5-4de3-a1bd-bec5737280dc" providerId="ADAL" clId="{BE41E522-1153-4F13-A0D6-892E22AA55A1}" dt="2026-05-11T14:34:53.346" v="1602" actId="113"/>
      <pc:docMkLst>
        <pc:docMk/>
      </pc:docMkLst>
      <pc:sldChg chg="modSp mod">
        <pc:chgData name="Nadia Fernanda Rios Liza" userId="d12b3a92-16f5-4de3-a1bd-bec5737280dc" providerId="ADAL" clId="{BE41E522-1153-4F13-A0D6-892E22AA55A1}" dt="2026-05-11T03:29:05.528" v="16" actId="20577"/>
        <pc:sldMkLst>
          <pc:docMk/>
          <pc:sldMk cId="0" sldId="256"/>
        </pc:sldMkLst>
        <pc:spChg chg="mod">
          <ac:chgData name="Nadia Fernanda Rios Liza" userId="d12b3a92-16f5-4de3-a1bd-bec5737280dc" providerId="ADAL" clId="{BE41E522-1153-4F13-A0D6-892E22AA55A1}" dt="2026-05-11T03:29:05.528" v="16" actId="20577"/>
          <ac:spMkLst>
            <pc:docMk/>
            <pc:sldMk cId="0" sldId="256"/>
            <ac:spMk id="7" creationId="{00000000-0000-0000-0000-000000000000}"/>
          </ac:spMkLst>
        </pc:spChg>
      </pc:sldChg>
      <pc:sldChg chg="addSp delSp modSp mod modNotesTx">
        <pc:chgData name="Nadia Fernanda Rios Liza" userId="d12b3a92-16f5-4de3-a1bd-bec5737280dc" providerId="ADAL" clId="{BE41E522-1153-4F13-A0D6-892E22AA55A1}" dt="2026-05-11T14:34:53.346" v="1602" actId="113"/>
        <pc:sldMkLst>
          <pc:docMk/>
          <pc:sldMk cId="0" sldId="257"/>
        </pc:sldMkLst>
        <pc:spChg chg="mod">
          <ac:chgData name="Nadia Fernanda Rios Liza" userId="d12b3a92-16f5-4de3-a1bd-bec5737280dc" providerId="ADAL" clId="{BE41E522-1153-4F13-A0D6-892E22AA55A1}" dt="2026-05-11T04:32:24.189" v="578" actId="20577"/>
          <ac:spMkLst>
            <pc:docMk/>
            <pc:sldMk cId="0" sldId="257"/>
            <ac:spMk id="3" creationId="{00000000-0000-0000-0000-000000000000}"/>
          </ac:spMkLst>
        </pc:spChg>
        <pc:spChg chg="del mod">
          <ac:chgData name="Nadia Fernanda Rios Liza" userId="d12b3a92-16f5-4de3-a1bd-bec5737280dc" providerId="ADAL" clId="{BE41E522-1153-4F13-A0D6-892E22AA55A1}" dt="2026-05-11T04:32:32.194" v="579" actId="478"/>
          <ac:spMkLst>
            <pc:docMk/>
            <pc:sldMk cId="0" sldId="257"/>
            <ac:spMk id="4" creationId="{00000000-0000-0000-0000-000000000000}"/>
          </ac:spMkLst>
        </pc:spChg>
        <pc:spChg chg="mod">
          <ac:chgData name="Nadia Fernanda Rios Liza" userId="d12b3a92-16f5-4de3-a1bd-bec5737280dc" providerId="ADAL" clId="{BE41E522-1153-4F13-A0D6-892E22AA55A1}" dt="2026-05-11T04:32:36.916" v="580" actId="14100"/>
          <ac:spMkLst>
            <pc:docMk/>
            <pc:sldMk cId="0" sldId="257"/>
            <ac:spMk id="5" creationId="{00000000-0000-0000-0000-000000000000}"/>
          </ac:spMkLst>
        </pc:spChg>
        <pc:spChg chg="mod">
          <ac:chgData name="Nadia Fernanda Rios Liza" userId="d12b3a92-16f5-4de3-a1bd-bec5737280dc" providerId="ADAL" clId="{BE41E522-1153-4F13-A0D6-892E22AA55A1}" dt="2026-05-11T04:32:52.878" v="619" actId="20577"/>
          <ac:spMkLst>
            <pc:docMk/>
            <pc:sldMk cId="0" sldId="257"/>
            <ac:spMk id="12" creationId="{00000000-0000-0000-0000-000000000000}"/>
          </ac:spMkLst>
        </pc:spChg>
        <pc:spChg chg="mod">
          <ac:chgData name="Nadia Fernanda Rios Liza" userId="d12b3a92-16f5-4de3-a1bd-bec5737280dc" providerId="ADAL" clId="{BE41E522-1153-4F13-A0D6-892E22AA55A1}" dt="2026-05-11T02:14:17.206" v="0" actId="14100"/>
          <ac:spMkLst>
            <pc:docMk/>
            <pc:sldMk cId="0" sldId="257"/>
            <ac:spMk id="16" creationId="{00000000-0000-0000-0000-000000000000}"/>
          </ac:spMkLst>
        </pc:spChg>
        <pc:spChg chg="mod">
          <ac:chgData name="Nadia Fernanda Rios Liza" userId="d12b3a92-16f5-4de3-a1bd-bec5737280dc" providerId="ADAL" clId="{BE41E522-1153-4F13-A0D6-892E22AA55A1}" dt="2026-05-11T05:30:36.210" v="1243" actId="20577"/>
          <ac:spMkLst>
            <pc:docMk/>
            <pc:sldMk cId="0" sldId="257"/>
            <ac:spMk id="34" creationId="{00000000-0000-0000-0000-000000000000}"/>
          </ac:spMkLst>
        </pc:spChg>
        <pc:picChg chg="add del mod">
          <ac:chgData name="Nadia Fernanda Rios Liza" userId="d12b3a92-16f5-4de3-a1bd-bec5737280dc" providerId="ADAL" clId="{BE41E522-1153-4F13-A0D6-892E22AA55A1}" dt="2026-05-11T04:34:00.278" v="623"/>
          <ac:picMkLst>
            <pc:docMk/>
            <pc:sldMk cId="0" sldId="257"/>
            <ac:picMk id="42" creationId="{6C4CBA46-168A-4A5E-95B2-D36B3E8358F8}"/>
          </ac:picMkLst>
        </pc:picChg>
      </pc:sldChg>
      <pc:sldChg chg="addSp delSp modSp mod modNotesTx">
        <pc:chgData name="Nadia Fernanda Rios Liza" userId="d12b3a92-16f5-4de3-a1bd-bec5737280dc" providerId="ADAL" clId="{BE41E522-1153-4F13-A0D6-892E22AA55A1}" dt="2026-05-11T05:04:02.288" v="940" actId="14100"/>
        <pc:sldMkLst>
          <pc:docMk/>
          <pc:sldMk cId="0" sldId="258"/>
        </pc:sldMkLst>
        <pc:spChg chg="mod">
          <ac:chgData name="Nadia Fernanda Rios Liza" userId="d12b3a92-16f5-4de3-a1bd-bec5737280dc" providerId="ADAL" clId="{BE41E522-1153-4F13-A0D6-892E22AA55A1}" dt="2026-05-11T04:50:37.064" v="700" actId="1036"/>
          <ac:spMkLst>
            <pc:docMk/>
            <pc:sldMk cId="0" sldId="258"/>
            <ac:spMk id="8" creationId="{00000000-0000-0000-0000-000000000000}"/>
          </ac:spMkLst>
        </pc:spChg>
        <pc:spChg chg="mod">
          <ac:chgData name="Nadia Fernanda Rios Liza" userId="d12b3a92-16f5-4de3-a1bd-bec5737280dc" providerId="ADAL" clId="{BE41E522-1153-4F13-A0D6-892E22AA55A1}" dt="2026-05-11T05:04:02.288" v="940" actId="14100"/>
          <ac:spMkLst>
            <pc:docMk/>
            <pc:sldMk cId="0" sldId="258"/>
            <ac:spMk id="9" creationId="{00000000-0000-0000-0000-000000000000}"/>
          </ac:spMkLst>
        </pc:spChg>
        <pc:spChg chg="mod">
          <ac:chgData name="Nadia Fernanda Rios Liza" userId="d12b3a92-16f5-4de3-a1bd-bec5737280dc" providerId="ADAL" clId="{BE41E522-1153-4F13-A0D6-892E22AA55A1}" dt="2026-05-11T04:50:37.064" v="700" actId="1036"/>
          <ac:spMkLst>
            <pc:docMk/>
            <pc:sldMk cId="0" sldId="258"/>
            <ac:spMk id="10" creationId="{00000000-0000-0000-0000-000000000000}"/>
          </ac:spMkLst>
        </pc:spChg>
        <pc:spChg chg="mod">
          <ac:chgData name="Nadia Fernanda Rios Liza" userId="d12b3a92-16f5-4de3-a1bd-bec5737280dc" providerId="ADAL" clId="{BE41E522-1153-4F13-A0D6-892E22AA55A1}" dt="2026-05-11T04:50:37.064" v="700" actId="1036"/>
          <ac:spMkLst>
            <pc:docMk/>
            <pc:sldMk cId="0" sldId="258"/>
            <ac:spMk id="11" creationId="{00000000-0000-0000-0000-000000000000}"/>
          </ac:spMkLst>
        </pc:spChg>
        <pc:spChg chg="del">
          <ac:chgData name="Nadia Fernanda Rios Liza" userId="d12b3a92-16f5-4de3-a1bd-bec5737280dc" providerId="ADAL" clId="{BE41E522-1153-4F13-A0D6-892E22AA55A1}" dt="2026-05-11T04:49:38.472" v="636" actId="478"/>
          <ac:spMkLst>
            <pc:docMk/>
            <pc:sldMk cId="0" sldId="258"/>
            <ac:spMk id="14" creationId="{00000000-0000-0000-0000-000000000000}"/>
          </ac:spMkLst>
        </pc:spChg>
        <pc:spChg chg="del">
          <ac:chgData name="Nadia Fernanda Rios Liza" userId="d12b3a92-16f5-4de3-a1bd-bec5737280dc" providerId="ADAL" clId="{BE41E522-1153-4F13-A0D6-892E22AA55A1}" dt="2026-05-11T04:49:38.472" v="636" actId="478"/>
          <ac:spMkLst>
            <pc:docMk/>
            <pc:sldMk cId="0" sldId="258"/>
            <ac:spMk id="15" creationId="{00000000-0000-0000-0000-000000000000}"/>
          </ac:spMkLst>
        </pc:spChg>
        <pc:spChg chg="del">
          <ac:chgData name="Nadia Fernanda Rios Liza" userId="d12b3a92-16f5-4de3-a1bd-bec5737280dc" providerId="ADAL" clId="{BE41E522-1153-4F13-A0D6-892E22AA55A1}" dt="2026-05-11T04:49:38.472" v="636" actId="478"/>
          <ac:spMkLst>
            <pc:docMk/>
            <pc:sldMk cId="0" sldId="258"/>
            <ac:spMk id="16" creationId="{00000000-0000-0000-0000-000000000000}"/>
          </ac:spMkLst>
        </pc:spChg>
        <pc:spChg chg="del">
          <ac:chgData name="Nadia Fernanda Rios Liza" userId="d12b3a92-16f5-4de3-a1bd-bec5737280dc" providerId="ADAL" clId="{BE41E522-1153-4F13-A0D6-892E22AA55A1}" dt="2026-05-11T04:49:38.472" v="636" actId="478"/>
          <ac:spMkLst>
            <pc:docMk/>
            <pc:sldMk cId="0" sldId="258"/>
            <ac:spMk id="17" creationId="{00000000-0000-0000-0000-000000000000}"/>
          </ac:spMkLst>
        </pc:spChg>
        <pc:spChg chg="del">
          <ac:chgData name="Nadia Fernanda Rios Liza" userId="d12b3a92-16f5-4de3-a1bd-bec5737280dc" providerId="ADAL" clId="{BE41E522-1153-4F13-A0D6-892E22AA55A1}" dt="2026-05-11T04:49:38.472" v="636" actId="478"/>
          <ac:spMkLst>
            <pc:docMk/>
            <pc:sldMk cId="0" sldId="258"/>
            <ac:spMk id="18" creationId="{00000000-0000-0000-0000-000000000000}"/>
          </ac:spMkLst>
        </pc:spChg>
        <pc:spChg chg="del">
          <ac:chgData name="Nadia Fernanda Rios Liza" userId="d12b3a92-16f5-4de3-a1bd-bec5737280dc" providerId="ADAL" clId="{BE41E522-1153-4F13-A0D6-892E22AA55A1}" dt="2026-05-11T04:49:38.472" v="636" actId="478"/>
          <ac:spMkLst>
            <pc:docMk/>
            <pc:sldMk cId="0" sldId="258"/>
            <ac:spMk id="19" creationId="{00000000-0000-0000-0000-000000000000}"/>
          </ac:spMkLst>
        </pc:spChg>
        <pc:spChg chg="del">
          <ac:chgData name="Nadia Fernanda Rios Liza" userId="d12b3a92-16f5-4de3-a1bd-bec5737280dc" providerId="ADAL" clId="{BE41E522-1153-4F13-A0D6-892E22AA55A1}" dt="2026-05-11T04:49:38.472" v="636" actId="478"/>
          <ac:spMkLst>
            <pc:docMk/>
            <pc:sldMk cId="0" sldId="258"/>
            <ac:spMk id="20" creationId="{00000000-0000-0000-0000-000000000000}"/>
          </ac:spMkLst>
        </pc:spChg>
        <pc:spChg chg="del">
          <ac:chgData name="Nadia Fernanda Rios Liza" userId="d12b3a92-16f5-4de3-a1bd-bec5737280dc" providerId="ADAL" clId="{BE41E522-1153-4F13-A0D6-892E22AA55A1}" dt="2026-05-11T04:49:38.472" v="636" actId="478"/>
          <ac:spMkLst>
            <pc:docMk/>
            <pc:sldMk cId="0" sldId="258"/>
            <ac:spMk id="21" creationId="{00000000-0000-0000-0000-000000000000}"/>
          </ac:spMkLst>
        </pc:spChg>
        <pc:spChg chg="del">
          <ac:chgData name="Nadia Fernanda Rios Liza" userId="d12b3a92-16f5-4de3-a1bd-bec5737280dc" providerId="ADAL" clId="{BE41E522-1153-4F13-A0D6-892E22AA55A1}" dt="2026-05-11T04:49:38.472" v="636" actId="478"/>
          <ac:spMkLst>
            <pc:docMk/>
            <pc:sldMk cId="0" sldId="258"/>
            <ac:spMk id="22" creationId="{00000000-0000-0000-0000-000000000000}"/>
          </ac:spMkLst>
        </pc:spChg>
        <pc:spChg chg="del">
          <ac:chgData name="Nadia Fernanda Rios Liza" userId="d12b3a92-16f5-4de3-a1bd-bec5737280dc" providerId="ADAL" clId="{BE41E522-1153-4F13-A0D6-892E22AA55A1}" dt="2026-05-11T04:49:38.472" v="636" actId="478"/>
          <ac:spMkLst>
            <pc:docMk/>
            <pc:sldMk cId="0" sldId="258"/>
            <ac:spMk id="23" creationId="{00000000-0000-0000-0000-000000000000}"/>
          </ac:spMkLst>
        </pc:spChg>
        <pc:spChg chg="del">
          <ac:chgData name="Nadia Fernanda Rios Liza" userId="d12b3a92-16f5-4de3-a1bd-bec5737280dc" providerId="ADAL" clId="{BE41E522-1153-4F13-A0D6-892E22AA55A1}" dt="2026-05-11T04:49:38.472" v="636" actId="478"/>
          <ac:spMkLst>
            <pc:docMk/>
            <pc:sldMk cId="0" sldId="258"/>
            <ac:spMk id="24" creationId="{00000000-0000-0000-0000-000000000000}"/>
          </ac:spMkLst>
        </pc:spChg>
        <pc:spChg chg="del">
          <ac:chgData name="Nadia Fernanda Rios Liza" userId="d12b3a92-16f5-4de3-a1bd-bec5737280dc" providerId="ADAL" clId="{BE41E522-1153-4F13-A0D6-892E22AA55A1}" dt="2026-05-11T04:49:38.472" v="636" actId="478"/>
          <ac:spMkLst>
            <pc:docMk/>
            <pc:sldMk cId="0" sldId="258"/>
            <ac:spMk id="25" creationId="{00000000-0000-0000-0000-000000000000}"/>
          </ac:spMkLst>
        </pc:spChg>
        <pc:spChg chg="del">
          <ac:chgData name="Nadia Fernanda Rios Liza" userId="d12b3a92-16f5-4de3-a1bd-bec5737280dc" providerId="ADAL" clId="{BE41E522-1153-4F13-A0D6-892E22AA55A1}" dt="2026-05-11T04:49:38.472" v="636" actId="478"/>
          <ac:spMkLst>
            <pc:docMk/>
            <pc:sldMk cId="0" sldId="258"/>
            <ac:spMk id="26" creationId="{00000000-0000-0000-0000-000000000000}"/>
          </ac:spMkLst>
        </pc:spChg>
        <pc:spChg chg="del">
          <ac:chgData name="Nadia Fernanda Rios Liza" userId="d12b3a92-16f5-4de3-a1bd-bec5737280dc" providerId="ADAL" clId="{BE41E522-1153-4F13-A0D6-892E22AA55A1}" dt="2026-05-11T04:49:38.472" v="636" actId="478"/>
          <ac:spMkLst>
            <pc:docMk/>
            <pc:sldMk cId="0" sldId="258"/>
            <ac:spMk id="27" creationId="{00000000-0000-0000-0000-000000000000}"/>
          </ac:spMkLst>
        </pc:spChg>
        <pc:spChg chg="del">
          <ac:chgData name="Nadia Fernanda Rios Liza" userId="d12b3a92-16f5-4de3-a1bd-bec5737280dc" providerId="ADAL" clId="{BE41E522-1153-4F13-A0D6-892E22AA55A1}" dt="2026-05-11T04:49:38.472" v="636" actId="478"/>
          <ac:spMkLst>
            <pc:docMk/>
            <pc:sldMk cId="0" sldId="258"/>
            <ac:spMk id="28" creationId="{00000000-0000-0000-0000-000000000000}"/>
          </ac:spMkLst>
        </pc:spChg>
        <pc:spChg chg="del">
          <ac:chgData name="Nadia Fernanda Rios Liza" userId="d12b3a92-16f5-4de3-a1bd-bec5737280dc" providerId="ADAL" clId="{BE41E522-1153-4F13-A0D6-892E22AA55A1}" dt="2026-05-11T04:49:38.472" v="636" actId="478"/>
          <ac:spMkLst>
            <pc:docMk/>
            <pc:sldMk cId="0" sldId="258"/>
            <ac:spMk id="29" creationId="{00000000-0000-0000-0000-000000000000}"/>
          </ac:spMkLst>
        </pc:spChg>
        <pc:spChg chg="add mod">
          <ac:chgData name="Nadia Fernanda Rios Liza" userId="d12b3a92-16f5-4de3-a1bd-bec5737280dc" providerId="ADAL" clId="{BE41E522-1153-4F13-A0D6-892E22AA55A1}" dt="2026-05-11T04:52:06.381" v="711" actId="20577"/>
          <ac:spMkLst>
            <pc:docMk/>
            <pc:sldMk cId="0" sldId="258"/>
            <ac:spMk id="37" creationId="{BEEEDC03-44D9-4F5F-A6DC-8A45A4FFD750}"/>
          </ac:spMkLst>
        </pc:spChg>
        <pc:spChg chg="add del mod">
          <ac:chgData name="Nadia Fernanda Rios Liza" userId="d12b3a92-16f5-4de3-a1bd-bec5737280dc" providerId="ADAL" clId="{BE41E522-1153-4F13-A0D6-892E22AA55A1}" dt="2026-05-11T05:02:13.619" v="834" actId="478"/>
          <ac:spMkLst>
            <pc:docMk/>
            <pc:sldMk cId="0" sldId="258"/>
            <ac:spMk id="38" creationId="{327457DB-9872-4883-A1D7-3E945AEAF8ED}"/>
          </ac:spMkLst>
        </pc:spChg>
        <pc:graphicFrameChg chg="add del mod">
          <ac:chgData name="Nadia Fernanda Rios Liza" userId="d12b3a92-16f5-4de3-a1bd-bec5737280dc" providerId="ADAL" clId="{BE41E522-1153-4F13-A0D6-892E22AA55A1}" dt="2026-05-11T04:49:23.678" v="635"/>
          <ac:graphicFrameMkLst>
            <pc:docMk/>
            <pc:sldMk cId="0" sldId="258"/>
            <ac:graphicFrameMk id="32" creationId="{ABE326F8-3361-4A03-BEB8-0092B96F8788}"/>
          </ac:graphicFrameMkLst>
        </pc:graphicFrameChg>
        <pc:graphicFrameChg chg="add mod modGraphic">
          <ac:chgData name="Nadia Fernanda Rios Liza" userId="d12b3a92-16f5-4de3-a1bd-bec5737280dc" providerId="ADAL" clId="{BE41E522-1153-4F13-A0D6-892E22AA55A1}" dt="2026-05-11T04:50:23.047" v="658" actId="1035"/>
          <ac:graphicFrameMkLst>
            <pc:docMk/>
            <pc:sldMk cId="0" sldId="258"/>
            <ac:graphicFrameMk id="35" creationId="{21875F47-6291-4E39-95E1-7D9791818D67}"/>
          </ac:graphicFrameMkLst>
        </pc:graphicFrameChg>
        <pc:picChg chg="add del mod">
          <ac:chgData name="Nadia Fernanda Rios Liza" userId="d12b3a92-16f5-4de3-a1bd-bec5737280dc" providerId="ADAL" clId="{BE41E522-1153-4F13-A0D6-892E22AA55A1}" dt="2026-05-11T04:50:01.823" v="643" actId="478"/>
          <ac:picMkLst>
            <pc:docMk/>
            <pc:sldMk cId="0" sldId="258"/>
            <ac:picMk id="34" creationId="{D8716AC8-17BB-4F95-9787-5F513C97C0ED}"/>
          </ac:picMkLst>
        </pc:picChg>
      </pc:sldChg>
      <pc:sldChg chg="mod modShow">
        <pc:chgData name="Nadia Fernanda Rios Liza" userId="d12b3a92-16f5-4de3-a1bd-bec5737280dc" providerId="ADAL" clId="{BE41E522-1153-4F13-A0D6-892E22AA55A1}" dt="2026-05-11T05:01:10.705" v="814" actId="729"/>
        <pc:sldMkLst>
          <pc:docMk/>
          <pc:sldMk cId="0" sldId="259"/>
        </pc:sldMkLst>
      </pc:sldChg>
      <pc:sldChg chg="mod modShow">
        <pc:chgData name="Nadia Fernanda Rios Liza" userId="d12b3a92-16f5-4de3-a1bd-bec5737280dc" providerId="ADAL" clId="{BE41E522-1153-4F13-A0D6-892E22AA55A1}" dt="2026-05-11T05:05:40.655" v="941" actId="729"/>
        <pc:sldMkLst>
          <pc:docMk/>
          <pc:sldMk cId="0" sldId="260"/>
        </pc:sldMkLst>
      </pc:sldChg>
      <pc:sldChg chg="addSp delSp modSp mod modNotesTx">
        <pc:chgData name="Nadia Fernanda Rios Liza" userId="d12b3a92-16f5-4de3-a1bd-bec5737280dc" providerId="ADAL" clId="{BE41E522-1153-4F13-A0D6-892E22AA55A1}" dt="2026-05-11T05:49:47.710" v="1404" actId="478"/>
        <pc:sldMkLst>
          <pc:docMk/>
          <pc:sldMk cId="0" sldId="261"/>
        </pc:sldMkLst>
        <pc:spChg chg="mod">
          <ac:chgData name="Nadia Fernanda Rios Liza" userId="d12b3a92-16f5-4de3-a1bd-bec5737280dc" providerId="ADAL" clId="{BE41E522-1153-4F13-A0D6-892E22AA55A1}" dt="2026-05-11T05:20:01.126" v="1135" actId="1038"/>
          <ac:spMkLst>
            <pc:docMk/>
            <pc:sldMk cId="0" sldId="261"/>
            <ac:spMk id="6" creationId="{00000000-0000-0000-0000-000000000000}"/>
          </ac:spMkLst>
        </pc:spChg>
        <pc:spChg chg="mod">
          <ac:chgData name="Nadia Fernanda Rios Liza" userId="d12b3a92-16f5-4de3-a1bd-bec5737280dc" providerId="ADAL" clId="{BE41E522-1153-4F13-A0D6-892E22AA55A1}" dt="2026-05-11T05:20:01.126" v="1135" actId="1038"/>
          <ac:spMkLst>
            <pc:docMk/>
            <pc:sldMk cId="0" sldId="261"/>
            <ac:spMk id="7" creationId="{00000000-0000-0000-0000-000000000000}"/>
          </ac:spMkLst>
        </pc:spChg>
        <pc:spChg chg="mod">
          <ac:chgData name="Nadia Fernanda Rios Liza" userId="d12b3a92-16f5-4de3-a1bd-bec5737280dc" providerId="ADAL" clId="{BE41E522-1153-4F13-A0D6-892E22AA55A1}" dt="2026-05-11T05:19:42.733" v="1116" actId="1036"/>
          <ac:spMkLst>
            <pc:docMk/>
            <pc:sldMk cId="0" sldId="261"/>
            <ac:spMk id="8" creationId="{00000000-0000-0000-0000-000000000000}"/>
          </ac:spMkLst>
        </pc:spChg>
        <pc:spChg chg="mod">
          <ac:chgData name="Nadia Fernanda Rios Liza" userId="d12b3a92-16f5-4de3-a1bd-bec5737280dc" providerId="ADAL" clId="{BE41E522-1153-4F13-A0D6-892E22AA55A1}" dt="2026-05-11T05:19:42.733" v="1116" actId="1036"/>
          <ac:spMkLst>
            <pc:docMk/>
            <pc:sldMk cId="0" sldId="261"/>
            <ac:spMk id="9" creationId="{00000000-0000-0000-0000-000000000000}"/>
          </ac:spMkLst>
        </pc:spChg>
        <pc:spChg chg="del mod">
          <ac:chgData name="Nadia Fernanda Rios Liza" userId="d12b3a92-16f5-4de3-a1bd-bec5737280dc" providerId="ADAL" clId="{BE41E522-1153-4F13-A0D6-892E22AA55A1}" dt="2026-05-11T05:49:47.710" v="1404" actId="478"/>
          <ac:spMkLst>
            <pc:docMk/>
            <pc:sldMk cId="0" sldId="261"/>
            <ac:spMk id="10" creationId="{00000000-0000-0000-0000-000000000000}"/>
          </ac:spMkLst>
        </pc:spChg>
        <pc:spChg chg="del mod">
          <ac:chgData name="Nadia Fernanda Rios Liza" userId="d12b3a92-16f5-4de3-a1bd-bec5737280dc" providerId="ADAL" clId="{BE41E522-1153-4F13-A0D6-892E22AA55A1}" dt="2026-05-11T05:49:47.710" v="1404" actId="478"/>
          <ac:spMkLst>
            <pc:docMk/>
            <pc:sldMk cId="0" sldId="261"/>
            <ac:spMk id="11" creationId="{00000000-0000-0000-0000-000000000000}"/>
          </ac:spMkLst>
        </pc:spChg>
        <pc:spChg chg="mod">
          <ac:chgData name="Nadia Fernanda Rios Liza" userId="d12b3a92-16f5-4de3-a1bd-bec5737280dc" providerId="ADAL" clId="{BE41E522-1153-4F13-A0D6-892E22AA55A1}" dt="2026-05-11T05:20:01.126" v="1135" actId="1038"/>
          <ac:spMkLst>
            <pc:docMk/>
            <pc:sldMk cId="0" sldId="261"/>
            <ac:spMk id="12" creationId="{00000000-0000-0000-0000-000000000000}"/>
          </ac:spMkLst>
        </pc:spChg>
        <pc:spChg chg="mod">
          <ac:chgData name="Nadia Fernanda Rios Liza" userId="d12b3a92-16f5-4de3-a1bd-bec5737280dc" providerId="ADAL" clId="{BE41E522-1153-4F13-A0D6-892E22AA55A1}" dt="2026-05-11T05:20:01.126" v="1135" actId="1038"/>
          <ac:spMkLst>
            <pc:docMk/>
            <pc:sldMk cId="0" sldId="261"/>
            <ac:spMk id="13" creationId="{00000000-0000-0000-0000-000000000000}"/>
          </ac:spMkLst>
        </pc:spChg>
        <pc:spChg chg="del">
          <ac:chgData name="Nadia Fernanda Rios Liza" userId="d12b3a92-16f5-4de3-a1bd-bec5737280dc" providerId="ADAL" clId="{BE41E522-1153-4F13-A0D6-892E22AA55A1}" dt="2026-05-11T05:12:47.953" v="948" actId="478"/>
          <ac:spMkLst>
            <pc:docMk/>
            <pc:sldMk cId="0" sldId="261"/>
            <ac:spMk id="14" creationId="{00000000-0000-0000-0000-000000000000}"/>
          </ac:spMkLst>
        </pc:spChg>
        <pc:spChg chg="del">
          <ac:chgData name="Nadia Fernanda Rios Liza" userId="d12b3a92-16f5-4de3-a1bd-bec5737280dc" providerId="ADAL" clId="{BE41E522-1153-4F13-A0D6-892E22AA55A1}" dt="2026-05-11T05:12:47.953" v="948" actId="478"/>
          <ac:spMkLst>
            <pc:docMk/>
            <pc:sldMk cId="0" sldId="261"/>
            <ac:spMk id="15" creationId="{00000000-0000-0000-0000-000000000000}"/>
          </ac:spMkLst>
        </pc:spChg>
        <pc:spChg chg="del">
          <ac:chgData name="Nadia Fernanda Rios Liza" userId="d12b3a92-16f5-4de3-a1bd-bec5737280dc" providerId="ADAL" clId="{BE41E522-1153-4F13-A0D6-892E22AA55A1}" dt="2026-05-11T05:12:47.953" v="948" actId="478"/>
          <ac:spMkLst>
            <pc:docMk/>
            <pc:sldMk cId="0" sldId="261"/>
            <ac:spMk id="16" creationId="{00000000-0000-0000-0000-000000000000}"/>
          </ac:spMkLst>
        </pc:spChg>
        <pc:spChg chg="del">
          <ac:chgData name="Nadia Fernanda Rios Liza" userId="d12b3a92-16f5-4de3-a1bd-bec5737280dc" providerId="ADAL" clId="{BE41E522-1153-4F13-A0D6-892E22AA55A1}" dt="2026-05-11T05:12:47.953" v="948" actId="478"/>
          <ac:spMkLst>
            <pc:docMk/>
            <pc:sldMk cId="0" sldId="261"/>
            <ac:spMk id="17" creationId="{00000000-0000-0000-0000-000000000000}"/>
          </ac:spMkLst>
        </pc:spChg>
        <pc:spChg chg="del">
          <ac:chgData name="Nadia Fernanda Rios Liza" userId="d12b3a92-16f5-4de3-a1bd-bec5737280dc" providerId="ADAL" clId="{BE41E522-1153-4F13-A0D6-892E22AA55A1}" dt="2026-05-11T05:12:47.953" v="948" actId="478"/>
          <ac:spMkLst>
            <pc:docMk/>
            <pc:sldMk cId="0" sldId="261"/>
            <ac:spMk id="18" creationId="{00000000-0000-0000-0000-000000000000}"/>
          </ac:spMkLst>
        </pc:spChg>
        <pc:spChg chg="del">
          <ac:chgData name="Nadia Fernanda Rios Liza" userId="d12b3a92-16f5-4de3-a1bd-bec5737280dc" providerId="ADAL" clId="{BE41E522-1153-4F13-A0D6-892E22AA55A1}" dt="2026-05-11T05:12:47.953" v="948" actId="478"/>
          <ac:spMkLst>
            <pc:docMk/>
            <pc:sldMk cId="0" sldId="261"/>
            <ac:spMk id="19" creationId="{00000000-0000-0000-0000-000000000000}"/>
          </ac:spMkLst>
        </pc:spChg>
        <pc:spChg chg="del">
          <ac:chgData name="Nadia Fernanda Rios Liza" userId="d12b3a92-16f5-4de3-a1bd-bec5737280dc" providerId="ADAL" clId="{BE41E522-1153-4F13-A0D6-892E22AA55A1}" dt="2026-05-11T05:12:47.953" v="948" actId="478"/>
          <ac:spMkLst>
            <pc:docMk/>
            <pc:sldMk cId="0" sldId="261"/>
            <ac:spMk id="20" creationId="{00000000-0000-0000-0000-000000000000}"/>
          </ac:spMkLst>
        </pc:spChg>
        <pc:spChg chg="del">
          <ac:chgData name="Nadia Fernanda Rios Liza" userId="d12b3a92-16f5-4de3-a1bd-bec5737280dc" providerId="ADAL" clId="{BE41E522-1153-4F13-A0D6-892E22AA55A1}" dt="2026-05-11T05:12:47.953" v="948" actId="478"/>
          <ac:spMkLst>
            <pc:docMk/>
            <pc:sldMk cId="0" sldId="261"/>
            <ac:spMk id="21" creationId="{00000000-0000-0000-0000-000000000000}"/>
          </ac:spMkLst>
        </pc:spChg>
        <pc:spChg chg="del">
          <ac:chgData name="Nadia Fernanda Rios Liza" userId="d12b3a92-16f5-4de3-a1bd-bec5737280dc" providerId="ADAL" clId="{BE41E522-1153-4F13-A0D6-892E22AA55A1}" dt="2026-05-11T05:12:47.953" v="948" actId="478"/>
          <ac:spMkLst>
            <pc:docMk/>
            <pc:sldMk cId="0" sldId="261"/>
            <ac:spMk id="22" creationId="{00000000-0000-0000-0000-000000000000}"/>
          </ac:spMkLst>
        </pc:spChg>
        <pc:spChg chg="del">
          <ac:chgData name="Nadia Fernanda Rios Liza" userId="d12b3a92-16f5-4de3-a1bd-bec5737280dc" providerId="ADAL" clId="{BE41E522-1153-4F13-A0D6-892E22AA55A1}" dt="2026-05-11T05:12:47.953" v="948" actId="478"/>
          <ac:spMkLst>
            <pc:docMk/>
            <pc:sldMk cId="0" sldId="261"/>
            <ac:spMk id="23" creationId="{00000000-0000-0000-0000-000000000000}"/>
          </ac:spMkLst>
        </pc:spChg>
        <pc:spChg chg="del">
          <ac:chgData name="Nadia Fernanda Rios Liza" userId="d12b3a92-16f5-4de3-a1bd-bec5737280dc" providerId="ADAL" clId="{BE41E522-1153-4F13-A0D6-892E22AA55A1}" dt="2026-05-11T05:12:47.953" v="948" actId="478"/>
          <ac:spMkLst>
            <pc:docMk/>
            <pc:sldMk cId="0" sldId="261"/>
            <ac:spMk id="24" creationId="{00000000-0000-0000-0000-000000000000}"/>
          </ac:spMkLst>
        </pc:spChg>
        <pc:spChg chg="del">
          <ac:chgData name="Nadia Fernanda Rios Liza" userId="d12b3a92-16f5-4de3-a1bd-bec5737280dc" providerId="ADAL" clId="{BE41E522-1153-4F13-A0D6-892E22AA55A1}" dt="2026-05-11T05:12:47.953" v="948" actId="478"/>
          <ac:spMkLst>
            <pc:docMk/>
            <pc:sldMk cId="0" sldId="261"/>
            <ac:spMk id="25" creationId="{00000000-0000-0000-0000-000000000000}"/>
          </ac:spMkLst>
        </pc:spChg>
        <pc:spChg chg="del">
          <ac:chgData name="Nadia Fernanda Rios Liza" userId="d12b3a92-16f5-4de3-a1bd-bec5737280dc" providerId="ADAL" clId="{BE41E522-1153-4F13-A0D6-892E22AA55A1}" dt="2026-05-11T05:12:47.953" v="948" actId="478"/>
          <ac:spMkLst>
            <pc:docMk/>
            <pc:sldMk cId="0" sldId="261"/>
            <ac:spMk id="26" creationId="{00000000-0000-0000-0000-000000000000}"/>
          </ac:spMkLst>
        </pc:spChg>
        <pc:spChg chg="del">
          <ac:chgData name="Nadia Fernanda Rios Liza" userId="d12b3a92-16f5-4de3-a1bd-bec5737280dc" providerId="ADAL" clId="{BE41E522-1153-4F13-A0D6-892E22AA55A1}" dt="2026-05-11T05:12:47.953" v="948" actId="478"/>
          <ac:spMkLst>
            <pc:docMk/>
            <pc:sldMk cId="0" sldId="261"/>
            <ac:spMk id="27" creationId="{00000000-0000-0000-0000-000000000000}"/>
          </ac:spMkLst>
        </pc:spChg>
        <pc:spChg chg="del">
          <ac:chgData name="Nadia Fernanda Rios Liza" userId="d12b3a92-16f5-4de3-a1bd-bec5737280dc" providerId="ADAL" clId="{BE41E522-1153-4F13-A0D6-892E22AA55A1}" dt="2026-05-11T05:12:47.953" v="948" actId="478"/>
          <ac:spMkLst>
            <pc:docMk/>
            <pc:sldMk cId="0" sldId="261"/>
            <ac:spMk id="28" creationId="{00000000-0000-0000-0000-000000000000}"/>
          </ac:spMkLst>
        </pc:spChg>
        <pc:spChg chg="del">
          <ac:chgData name="Nadia Fernanda Rios Liza" userId="d12b3a92-16f5-4de3-a1bd-bec5737280dc" providerId="ADAL" clId="{BE41E522-1153-4F13-A0D6-892E22AA55A1}" dt="2026-05-11T05:12:47.953" v="948" actId="478"/>
          <ac:spMkLst>
            <pc:docMk/>
            <pc:sldMk cId="0" sldId="261"/>
            <ac:spMk id="29" creationId="{00000000-0000-0000-0000-000000000000}"/>
          </ac:spMkLst>
        </pc:spChg>
        <pc:spChg chg="del">
          <ac:chgData name="Nadia Fernanda Rios Liza" userId="d12b3a92-16f5-4de3-a1bd-bec5737280dc" providerId="ADAL" clId="{BE41E522-1153-4F13-A0D6-892E22AA55A1}" dt="2026-05-11T05:12:47.953" v="948" actId="478"/>
          <ac:spMkLst>
            <pc:docMk/>
            <pc:sldMk cId="0" sldId="261"/>
            <ac:spMk id="30" creationId="{00000000-0000-0000-0000-000000000000}"/>
          </ac:spMkLst>
        </pc:spChg>
        <pc:spChg chg="del">
          <ac:chgData name="Nadia Fernanda Rios Liza" userId="d12b3a92-16f5-4de3-a1bd-bec5737280dc" providerId="ADAL" clId="{BE41E522-1153-4F13-A0D6-892E22AA55A1}" dt="2026-05-11T05:12:47.953" v="948" actId="478"/>
          <ac:spMkLst>
            <pc:docMk/>
            <pc:sldMk cId="0" sldId="261"/>
            <ac:spMk id="31" creationId="{00000000-0000-0000-0000-000000000000}"/>
          </ac:spMkLst>
        </pc:spChg>
        <pc:spChg chg="del">
          <ac:chgData name="Nadia Fernanda Rios Liza" userId="d12b3a92-16f5-4de3-a1bd-bec5737280dc" providerId="ADAL" clId="{BE41E522-1153-4F13-A0D6-892E22AA55A1}" dt="2026-05-11T05:12:47.953" v="948" actId="478"/>
          <ac:spMkLst>
            <pc:docMk/>
            <pc:sldMk cId="0" sldId="261"/>
            <ac:spMk id="32" creationId="{00000000-0000-0000-0000-000000000000}"/>
          </ac:spMkLst>
        </pc:spChg>
        <pc:spChg chg="del">
          <ac:chgData name="Nadia Fernanda Rios Liza" userId="d12b3a92-16f5-4de3-a1bd-bec5737280dc" providerId="ADAL" clId="{BE41E522-1153-4F13-A0D6-892E22AA55A1}" dt="2026-05-11T05:12:47.953" v="948" actId="478"/>
          <ac:spMkLst>
            <pc:docMk/>
            <pc:sldMk cId="0" sldId="261"/>
            <ac:spMk id="33" creationId="{00000000-0000-0000-0000-000000000000}"/>
          </ac:spMkLst>
        </pc:spChg>
        <pc:spChg chg="add del">
          <ac:chgData name="Nadia Fernanda Rios Liza" userId="d12b3a92-16f5-4de3-a1bd-bec5737280dc" providerId="ADAL" clId="{BE41E522-1153-4F13-A0D6-892E22AA55A1}" dt="2026-05-11T05:16:04.222" v="1017" actId="22"/>
          <ac:spMkLst>
            <pc:docMk/>
            <pc:sldMk cId="0" sldId="261"/>
            <ac:spMk id="38" creationId="{8F548F67-BC9E-4240-B647-B7047060F2D8}"/>
          </ac:spMkLst>
        </pc:spChg>
        <pc:spChg chg="add mod">
          <ac:chgData name="Nadia Fernanda Rios Liza" userId="d12b3a92-16f5-4de3-a1bd-bec5737280dc" providerId="ADAL" clId="{BE41E522-1153-4F13-A0D6-892E22AA55A1}" dt="2026-05-11T05:19:34.452" v="1104" actId="20577"/>
          <ac:spMkLst>
            <pc:docMk/>
            <pc:sldMk cId="0" sldId="261"/>
            <ac:spMk id="40" creationId="{1B72F70D-CD8F-4F76-8129-1E62D873D1C4}"/>
          </ac:spMkLst>
        </pc:spChg>
        <pc:graphicFrameChg chg="add mod modGraphic">
          <ac:chgData name="Nadia Fernanda Rios Liza" userId="d12b3a92-16f5-4de3-a1bd-bec5737280dc" providerId="ADAL" clId="{BE41E522-1153-4F13-A0D6-892E22AA55A1}" dt="2026-05-11T05:20:01.126" v="1135" actId="1038"/>
          <ac:graphicFrameMkLst>
            <pc:docMk/>
            <pc:sldMk cId="0" sldId="261"/>
            <ac:graphicFrameMk id="36" creationId="{1118B716-B7BC-465C-8713-A254AE14B27A}"/>
          </ac:graphicFrameMkLst>
        </pc:graphicFrameChg>
      </pc:sldChg>
      <pc:sldChg chg="addSp modSp mod">
        <pc:chgData name="Nadia Fernanda Rios Liza" userId="d12b3a92-16f5-4de3-a1bd-bec5737280dc" providerId="ADAL" clId="{BE41E522-1153-4F13-A0D6-892E22AA55A1}" dt="2026-05-11T05:27:18.339" v="1241" actId="1036"/>
        <pc:sldMkLst>
          <pc:docMk/>
          <pc:sldMk cId="0" sldId="262"/>
        </pc:sldMkLst>
        <pc:spChg chg="mod">
          <ac:chgData name="Nadia Fernanda Rios Liza" userId="d12b3a92-16f5-4de3-a1bd-bec5737280dc" providerId="ADAL" clId="{BE41E522-1153-4F13-A0D6-892E22AA55A1}" dt="2026-05-11T05:27:18.339" v="1241" actId="1036"/>
          <ac:spMkLst>
            <pc:docMk/>
            <pc:sldMk cId="0" sldId="262"/>
            <ac:spMk id="8" creationId="{00000000-0000-0000-0000-000000000000}"/>
          </ac:spMkLst>
        </pc:spChg>
        <pc:spChg chg="mod">
          <ac:chgData name="Nadia Fernanda Rios Liza" userId="d12b3a92-16f5-4de3-a1bd-bec5737280dc" providerId="ADAL" clId="{BE41E522-1153-4F13-A0D6-892E22AA55A1}" dt="2026-05-11T05:27:18.339" v="1241" actId="1036"/>
          <ac:spMkLst>
            <pc:docMk/>
            <pc:sldMk cId="0" sldId="262"/>
            <ac:spMk id="9" creationId="{00000000-0000-0000-0000-000000000000}"/>
          </ac:spMkLst>
        </pc:spChg>
        <pc:spChg chg="mod">
          <ac:chgData name="Nadia Fernanda Rios Liza" userId="d12b3a92-16f5-4de3-a1bd-bec5737280dc" providerId="ADAL" clId="{BE41E522-1153-4F13-A0D6-892E22AA55A1}" dt="2026-05-11T05:27:18.339" v="1241" actId="1036"/>
          <ac:spMkLst>
            <pc:docMk/>
            <pc:sldMk cId="0" sldId="262"/>
            <ac:spMk id="10" creationId="{00000000-0000-0000-0000-000000000000}"/>
          </ac:spMkLst>
        </pc:spChg>
        <pc:spChg chg="mod">
          <ac:chgData name="Nadia Fernanda Rios Liza" userId="d12b3a92-16f5-4de3-a1bd-bec5737280dc" providerId="ADAL" clId="{BE41E522-1153-4F13-A0D6-892E22AA55A1}" dt="2026-05-11T05:27:18.339" v="1241" actId="1036"/>
          <ac:spMkLst>
            <pc:docMk/>
            <pc:sldMk cId="0" sldId="262"/>
            <ac:spMk id="11" creationId="{00000000-0000-0000-0000-000000000000}"/>
          </ac:spMkLst>
        </pc:spChg>
        <pc:spChg chg="add mod">
          <ac:chgData name="Nadia Fernanda Rios Liza" userId="d12b3a92-16f5-4de3-a1bd-bec5737280dc" providerId="ADAL" clId="{BE41E522-1153-4F13-A0D6-892E22AA55A1}" dt="2026-05-11T05:27:11.509" v="1219" actId="20577"/>
          <ac:spMkLst>
            <pc:docMk/>
            <pc:sldMk cId="0" sldId="262"/>
            <ac:spMk id="25" creationId="{19F07D4E-F94F-497E-BC81-712ECB57F40A}"/>
          </ac:spMkLst>
        </pc:spChg>
      </pc:sldChg>
      <pc:sldChg chg="addSp delSp modSp mod modNotesTx">
        <pc:chgData name="Nadia Fernanda Rios Liza" userId="d12b3a92-16f5-4de3-a1bd-bec5737280dc" providerId="ADAL" clId="{BE41E522-1153-4F13-A0D6-892E22AA55A1}" dt="2026-05-11T06:04:43.209" v="1559" actId="313"/>
        <pc:sldMkLst>
          <pc:docMk/>
          <pc:sldMk cId="0" sldId="263"/>
        </pc:sldMkLst>
        <pc:spChg chg="mod">
          <ac:chgData name="Nadia Fernanda Rios Liza" userId="d12b3a92-16f5-4de3-a1bd-bec5737280dc" providerId="ADAL" clId="{BE41E522-1153-4F13-A0D6-892E22AA55A1}" dt="2026-05-11T05:38:05.281" v="1397" actId="1035"/>
          <ac:spMkLst>
            <pc:docMk/>
            <pc:sldMk cId="0" sldId="263"/>
            <ac:spMk id="8" creationId="{00000000-0000-0000-0000-000000000000}"/>
          </ac:spMkLst>
        </pc:spChg>
        <pc:spChg chg="mod">
          <ac:chgData name="Nadia Fernanda Rios Liza" userId="d12b3a92-16f5-4de3-a1bd-bec5737280dc" providerId="ADAL" clId="{BE41E522-1153-4F13-A0D6-892E22AA55A1}" dt="2026-05-11T06:04:43.209" v="1559" actId="313"/>
          <ac:spMkLst>
            <pc:docMk/>
            <pc:sldMk cId="0" sldId="263"/>
            <ac:spMk id="9" creationId="{00000000-0000-0000-0000-000000000000}"/>
          </ac:spMkLst>
        </pc:spChg>
        <pc:spChg chg="add del mod">
          <ac:chgData name="Nadia Fernanda Rios Liza" userId="d12b3a92-16f5-4de3-a1bd-bec5737280dc" providerId="ADAL" clId="{BE41E522-1153-4F13-A0D6-892E22AA55A1}" dt="2026-05-11T05:48:25.973" v="1403" actId="478"/>
          <ac:spMkLst>
            <pc:docMk/>
            <pc:sldMk cId="0" sldId="263"/>
            <ac:spMk id="10" creationId="{00000000-0000-0000-0000-000000000000}"/>
          </ac:spMkLst>
        </pc:spChg>
        <pc:spChg chg="add del mod">
          <ac:chgData name="Nadia Fernanda Rios Liza" userId="d12b3a92-16f5-4de3-a1bd-bec5737280dc" providerId="ADAL" clId="{BE41E522-1153-4F13-A0D6-892E22AA55A1}" dt="2026-05-11T05:48:25.973" v="1403" actId="478"/>
          <ac:spMkLst>
            <pc:docMk/>
            <pc:sldMk cId="0" sldId="263"/>
            <ac:spMk id="11" creationId="{00000000-0000-0000-0000-000000000000}"/>
          </ac:spMkLst>
        </pc:spChg>
        <pc:spChg chg="del">
          <ac:chgData name="Nadia Fernanda Rios Liza" userId="d12b3a92-16f5-4de3-a1bd-bec5737280dc" providerId="ADAL" clId="{BE41E522-1153-4F13-A0D6-892E22AA55A1}" dt="2026-05-11T05:32:59.308" v="1310" actId="478"/>
          <ac:spMkLst>
            <pc:docMk/>
            <pc:sldMk cId="0" sldId="263"/>
            <ac:spMk id="14" creationId="{00000000-0000-0000-0000-000000000000}"/>
          </ac:spMkLst>
        </pc:spChg>
        <pc:spChg chg="del">
          <ac:chgData name="Nadia Fernanda Rios Liza" userId="d12b3a92-16f5-4de3-a1bd-bec5737280dc" providerId="ADAL" clId="{BE41E522-1153-4F13-A0D6-892E22AA55A1}" dt="2026-05-11T05:32:59.308" v="1310" actId="478"/>
          <ac:spMkLst>
            <pc:docMk/>
            <pc:sldMk cId="0" sldId="263"/>
            <ac:spMk id="15" creationId="{00000000-0000-0000-0000-000000000000}"/>
          </ac:spMkLst>
        </pc:spChg>
        <pc:spChg chg="del">
          <ac:chgData name="Nadia Fernanda Rios Liza" userId="d12b3a92-16f5-4de3-a1bd-bec5737280dc" providerId="ADAL" clId="{BE41E522-1153-4F13-A0D6-892E22AA55A1}" dt="2026-05-11T05:32:59.308" v="1310" actId="478"/>
          <ac:spMkLst>
            <pc:docMk/>
            <pc:sldMk cId="0" sldId="263"/>
            <ac:spMk id="16" creationId="{00000000-0000-0000-0000-000000000000}"/>
          </ac:spMkLst>
        </pc:spChg>
        <pc:spChg chg="del">
          <ac:chgData name="Nadia Fernanda Rios Liza" userId="d12b3a92-16f5-4de3-a1bd-bec5737280dc" providerId="ADAL" clId="{BE41E522-1153-4F13-A0D6-892E22AA55A1}" dt="2026-05-11T05:32:59.308" v="1310" actId="478"/>
          <ac:spMkLst>
            <pc:docMk/>
            <pc:sldMk cId="0" sldId="263"/>
            <ac:spMk id="17" creationId="{00000000-0000-0000-0000-000000000000}"/>
          </ac:spMkLst>
        </pc:spChg>
        <pc:spChg chg="del">
          <ac:chgData name="Nadia Fernanda Rios Liza" userId="d12b3a92-16f5-4de3-a1bd-bec5737280dc" providerId="ADAL" clId="{BE41E522-1153-4F13-A0D6-892E22AA55A1}" dt="2026-05-11T05:32:59.308" v="1310" actId="478"/>
          <ac:spMkLst>
            <pc:docMk/>
            <pc:sldMk cId="0" sldId="263"/>
            <ac:spMk id="18" creationId="{00000000-0000-0000-0000-000000000000}"/>
          </ac:spMkLst>
        </pc:spChg>
        <pc:spChg chg="del">
          <ac:chgData name="Nadia Fernanda Rios Liza" userId="d12b3a92-16f5-4de3-a1bd-bec5737280dc" providerId="ADAL" clId="{BE41E522-1153-4F13-A0D6-892E22AA55A1}" dt="2026-05-11T05:32:59.308" v="1310" actId="478"/>
          <ac:spMkLst>
            <pc:docMk/>
            <pc:sldMk cId="0" sldId="263"/>
            <ac:spMk id="19" creationId="{00000000-0000-0000-0000-000000000000}"/>
          </ac:spMkLst>
        </pc:spChg>
        <pc:spChg chg="del">
          <ac:chgData name="Nadia Fernanda Rios Liza" userId="d12b3a92-16f5-4de3-a1bd-bec5737280dc" providerId="ADAL" clId="{BE41E522-1153-4F13-A0D6-892E22AA55A1}" dt="2026-05-11T05:32:59.308" v="1310" actId="478"/>
          <ac:spMkLst>
            <pc:docMk/>
            <pc:sldMk cId="0" sldId="263"/>
            <ac:spMk id="20" creationId="{00000000-0000-0000-0000-000000000000}"/>
          </ac:spMkLst>
        </pc:spChg>
        <pc:spChg chg="del mod">
          <ac:chgData name="Nadia Fernanda Rios Liza" userId="d12b3a92-16f5-4de3-a1bd-bec5737280dc" providerId="ADAL" clId="{BE41E522-1153-4F13-A0D6-892E22AA55A1}" dt="2026-05-11T05:32:59.308" v="1310" actId="478"/>
          <ac:spMkLst>
            <pc:docMk/>
            <pc:sldMk cId="0" sldId="263"/>
            <ac:spMk id="21" creationId="{00000000-0000-0000-0000-000000000000}"/>
          </ac:spMkLst>
        </pc:spChg>
        <pc:spChg chg="add mod">
          <ac:chgData name="Nadia Fernanda Rios Liza" userId="d12b3a92-16f5-4de3-a1bd-bec5737280dc" providerId="ADAL" clId="{BE41E522-1153-4F13-A0D6-892E22AA55A1}" dt="2026-05-11T05:37:56.093" v="1385" actId="113"/>
          <ac:spMkLst>
            <pc:docMk/>
            <pc:sldMk cId="0" sldId="263"/>
            <ac:spMk id="27" creationId="{E7A54133-FD31-41E5-96E9-60CEA31C4D2F}"/>
          </ac:spMkLst>
        </pc:spChg>
        <pc:graphicFrameChg chg="add del mod modGraphic">
          <ac:chgData name="Nadia Fernanda Rios Liza" userId="d12b3a92-16f5-4de3-a1bd-bec5737280dc" providerId="ADAL" clId="{BE41E522-1153-4F13-A0D6-892E22AA55A1}" dt="2026-05-11T05:32:33.431" v="1299"/>
          <ac:graphicFrameMkLst>
            <pc:docMk/>
            <pc:sldMk cId="0" sldId="263"/>
            <ac:graphicFrameMk id="24" creationId="{FC3438FC-2C4B-44C9-9F5D-4E6E645648E9}"/>
          </ac:graphicFrameMkLst>
        </pc:graphicFrameChg>
        <pc:graphicFrameChg chg="add mod modGraphic">
          <ac:chgData name="Nadia Fernanda Rios Liza" userId="d12b3a92-16f5-4de3-a1bd-bec5737280dc" providerId="ADAL" clId="{BE41E522-1153-4F13-A0D6-892E22AA55A1}" dt="2026-05-11T05:33:10.453" v="1367" actId="122"/>
          <ac:graphicFrameMkLst>
            <pc:docMk/>
            <pc:sldMk cId="0" sldId="263"/>
            <ac:graphicFrameMk id="25" creationId="{C873A8C7-C677-4BC6-B306-DF895BB2B5B3}"/>
          </ac:graphicFrameMkLst>
        </pc:graphicFrameChg>
      </pc:sldChg>
      <pc:sldChg chg="addSp delSp modSp mod">
        <pc:chgData name="Nadia Fernanda Rios Liza" userId="d12b3a92-16f5-4de3-a1bd-bec5737280dc" providerId="ADAL" clId="{BE41E522-1153-4F13-A0D6-892E22AA55A1}" dt="2026-05-11T06:13:21.935" v="1589" actId="20577"/>
        <pc:sldMkLst>
          <pc:docMk/>
          <pc:sldMk cId="0" sldId="264"/>
        </pc:sldMkLst>
        <pc:spChg chg="mod">
          <ac:chgData name="Nadia Fernanda Rios Liza" userId="d12b3a92-16f5-4de3-a1bd-bec5737280dc" providerId="ADAL" clId="{BE41E522-1153-4F13-A0D6-892E22AA55A1}" dt="2026-05-11T06:13:21.935" v="1589" actId="20577"/>
          <ac:spMkLst>
            <pc:docMk/>
            <pc:sldMk cId="0" sldId="264"/>
            <ac:spMk id="3" creationId="{00000000-0000-0000-0000-000000000000}"/>
          </ac:spMkLst>
        </pc:spChg>
        <pc:spChg chg="del mod">
          <ac:chgData name="Nadia Fernanda Rios Liza" userId="d12b3a92-16f5-4de3-a1bd-bec5737280dc" providerId="ADAL" clId="{BE41E522-1153-4F13-A0D6-892E22AA55A1}" dt="2026-05-11T04:19:52.579" v="410" actId="478"/>
          <ac:spMkLst>
            <pc:docMk/>
            <pc:sldMk cId="0" sldId="264"/>
            <ac:spMk id="4" creationId="{00000000-0000-0000-0000-000000000000}"/>
          </ac:spMkLst>
        </pc:spChg>
        <pc:spChg chg="del mod">
          <ac:chgData name="Nadia Fernanda Rios Liza" userId="d12b3a92-16f5-4de3-a1bd-bec5737280dc" providerId="ADAL" clId="{BE41E522-1153-4F13-A0D6-892E22AA55A1}" dt="2026-05-11T04:19:52.579" v="410" actId="478"/>
          <ac:spMkLst>
            <pc:docMk/>
            <pc:sldMk cId="0" sldId="264"/>
            <ac:spMk id="5" creationId="{00000000-0000-0000-0000-000000000000}"/>
          </ac:spMkLst>
        </pc:spChg>
        <pc:spChg chg="del mod">
          <ac:chgData name="Nadia Fernanda Rios Liza" userId="d12b3a92-16f5-4de3-a1bd-bec5737280dc" providerId="ADAL" clId="{BE41E522-1153-4F13-A0D6-892E22AA55A1}" dt="2026-05-11T04:19:52.579" v="410" actId="478"/>
          <ac:spMkLst>
            <pc:docMk/>
            <pc:sldMk cId="0" sldId="264"/>
            <ac:spMk id="6" creationId="{00000000-0000-0000-0000-000000000000}"/>
          </ac:spMkLst>
        </pc:spChg>
        <pc:spChg chg="del mod">
          <ac:chgData name="Nadia Fernanda Rios Liza" userId="d12b3a92-16f5-4de3-a1bd-bec5737280dc" providerId="ADAL" clId="{BE41E522-1153-4F13-A0D6-892E22AA55A1}" dt="2026-05-11T04:19:52.579" v="410" actId="478"/>
          <ac:spMkLst>
            <pc:docMk/>
            <pc:sldMk cId="0" sldId="264"/>
            <ac:spMk id="7" creationId="{00000000-0000-0000-0000-000000000000}"/>
          </ac:spMkLst>
        </pc:spChg>
        <pc:spChg chg="del mod">
          <ac:chgData name="Nadia Fernanda Rios Liza" userId="d12b3a92-16f5-4de3-a1bd-bec5737280dc" providerId="ADAL" clId="{BE41E522-1153-4F13-A0D6-892E22AA55A1}" dt="2026-05-11T04:19:52.579" v="410" actId="478"/>
          <ac:spMkLst>
            <pc:docMk/>
            <pc:sldMk cId="0" sldId="264"/>
            <ac:spMk id="8" creationId="{00000000-0000-0000-0000-000000000000}"/>
          </ac:spMkLst>
        </pc:spChg>
        <pc:spChg chg="del mod">
          <ac:chgData name="Nadia Fernanda Rios Liza" userId="d12b3a92-16f5-4de3-a1bd-bec5737280dc" providerId="ADAL" clId="{BE41E522-1153-4F13-A0D6-892E22AA55A1}" dt="2026-05-11T04:19:52.579" v="410" actId="478"/>
          <ac:spMkLst>
            <pc:docMk/>
            <pc:sldMk cId="0" sldId="264"/>
            <ac:spMk id="9" creationId="{00000000-0000-0000-0000-000000000000}"/>
          </ac:spMkLst>
        </pc:spChg>
        <pc:spChg chg="del mod">
          <ac:chgData name="Nadia Fernanda Rios Liza" userId="d12b3a92-16f5-4de3-a1bd-bec5737280dc" providerId="ADAL" clId="{BE41E522-1153-4F13-A0D6-892E22AA55A1}" dt="2026-05-11T04:19:52.579" v="410" actId="478"/>
          <ac:spMkLst>
            <pc:docMk/>
            <pc:sldMk cId="0" sldId="264"/>
            <ac:spMk id="10" creationId="{00000000-0000-0000-0000-000000000000}"/>
          </ac:spMkLst>
        </pc:spChg>
        <pc:spChg chg="del mod">
          <ac:chgData name="Nadia Fernanda Rios Liza" userId="d12b3a92-16f5-4de3-a1bd-bec5737280dc" providerId="ADAL" clId="{BE41E522-1153-4F13-A0D6-892E22AA55A1}" dt="2026-05-11T04:19:52.579" v="410" actId="478"/>
          <ac:spMkLst>
            <pc:docMk/>
            <pc:sldMk cId="0" sldId="264"/>
            <ac:spMk id="11" creationId="{00000000-0000-0000-0000-000000000000}"/>
          </ac:spMkLst>
        </pc:spChg>
        <pc:spChg chg="del mod">
          <ac:chgData name="Nadia Fernanda Rios Liza" userId="d12b3a92-16f5-4de3-a1bd-bec5737280dc" providerId="ADAL" clId="{BE41E522-1153-4F13-A0D6-892E22AA55A1}" dt="2026-05-11T04:19:52.579" v="410" actId="478"/>
          <ac:spMkLst>
            <pc:docMk/>
            <pc:sldMk cId="0" sldId="264"/>
            <ac:spMk id="12" creationId="{00000000-0000-0000-0000-000000000000}"/>
          </ac:spMkLst>
        </pc:spChg>
        <pc:spChg chg="del mod">
          <ac:chgData name="Nadia Fernanda Rios Liza" userId="d12b3a92-16f5-4de3-a1bd-bec5737280dc" providerId="ADAL" clId="{BE41E522-1153-4F13-A0D6-892E22AA55A1}" dt="2026-05-11T04:19:52.579" v="410" actId="478"/>
          <ac:spMkLst>
            <pc:docMk/>
            <pc:sldMk cId="0" sldId="264"/>
            <ac:spMk id="13" creationId="{00000000-0000-0000-0000-000000000000}"/>
          </ac:spMkLst>
        </pc:spChg>
        <pc:spChg chg="del mod">
          <ac:chgData name="Nadia Fernanda Rios Liza" userId="d12b3a92-16f5-4de3-a1bd-bec5737280dc" providerId="ADAL" clId="{BE41E522-1153-4F13-A0D6-892E22AA55A1}" dt="2026-05-11T04:19:52.579" v="410" actId="478"/>
          <ac:spMkLst>
            <pc:docMk/>
            <pc:sldMk cId="0" sldId="264"/>
            <ac:spMk id="14" creationId="{00000000-0000-0000-0000-000000000000}"/>
          </ac:spMkLst>
        </pc:spChg>
        <pc:spChg chg="del mod">
          <ac:chgData name="Nadia Fernanda Rios Liza" userId="d12b3a92-16f5-4de3-a1bd-bec5737280dc" providerId="ADAL" clId="{BE41E522-1153-4F13-A0D6-892E22AA55A1}" dt="2026-05-11T04:19:52.579" v="410" actId="478"/>
          <ac:spMkLst>
            <pc:docMk/>
            <pc:sldMk cId="0" sldId="264"/>
            <ac:spMk id="15" creationId="{00000000-0000-0000-0000-000000000000}"/>
          </ac:spMkLst>
        </pc:spChg>
        <pc:spChg chg="del mod">
          <ac:chgData name="Nadia Fernanda Rios Liza" userId="d12b3a92-16f5-4de3-a1bd-bec5737280dc" providerId="ADAL" clId="{BE41E522-1153-4F13-A0D6-892E22AA55A1}" dt="2026-05-11T04:19:52.579" v="410" actId="478"/>
          <ac:spMkLst>
            <pc:docMk/>
            <pc:sldMk cId="0" sldId="264"/>
            <ac:spMk id="16" creationId="{00000000-0000-0000-0000-000000000000}"/>
          </ac:spMkLst>
        </pc:spChg>
        <pc:spChg chg="del mod">
          <ac:chgData name="Nadia Fernanda Rios Liza" userId="d12b3a92-16f5-4de3-a1bd-bec5737280dc" providerId="ADAL" clId="{BE41E522-1153-4F13-A0D6-892E22AA55A1}" dt="2026-05-11T04:19:52.579" v="410" actId="478"/>
          <ac:spMkLst>
            <pc:docMk/>
            <pc:sldMk cId="0" sldId="264"/>
            <ac:spMk id="17" creationId="{00000000-0000-0000-0000-000000000000}"/>
          </ac:spMkLst>
        </pc:spChg>
        <pc:spChg chg="del mod">
          <ac:chgData name="Nadia Fernanda Rios Liza" userId="d12b3a92-16f5-4de3-a1bd-bec5737280dc" providerId="ADAL" clId="{BE41E522-1153-4F13-A0D6-892E22AA55A1}" dt="2026-05-11T04:19:52.579" v="410" actId="478"/>
          <ac:spMkLst>
            <pc:docMk/>
            <pc:sldMk cId="0" sldId="264"/>
            <ac:spMk id="18" creationId="{00000000-0000-0000-0000-000000000000}"/>
          </ac:spMkLst>
        </pc:spChg>
        <pc:spChg chg="del mod">
          <ac:chgData name="Nadia Fernanda Rios Liza" userId="d12b3a92-16f5-4de3-a1bd-bec5737280dc" providerId="ADAL" clId="{BE41E522-1153-4F13-A0D6-892E22AA55A1}" dt="2026-05-11T04:19:52.579" v="410" actId="478"/>
          <ac:spMkLst>
            <pc:docMk/>
            <pc:sldMk cId="0" sldId="264"/>
            <ac:spMk id="19" creationId="{00000000-0000-0000-0000-000000000000}"/>
          </ac:spMkLst>
        </pc:spChg>
        <pc:spChg chg="mod">
          <ac:chgData name="Nadia Fernanda Rios Liza" userId="d12b3a92-16f5-4de3-a1bd-bec5737280dc" providerId="ADAL" clId="{BE41E522-1153-4F13-A0D6-892E22AA55A1}" dt="2026-05-11T03:44:23.578" v="354" actId="1076"/>
          <ac:spMkLst>
            <pc:docMk/>
            <pc:sldMk cId="0" sldId="264"/>
            <ac:spMk id="20" creationId="{00000000-0000-0000-0000-000000000000}"/>
          </ac:spMkLst>
        </pc:spChg>
        <pc:spChg chg="del mod">
          <ac:chgData name="Nadia Fernanda Rios Liza" userId="d12b3a92-16f5-4de3-a1bd-bec5737280dc" providerId="ADAL" clId="{BE41E522-1153-4F13-A0D6-892E22AA55A1}" dt="2026-05-11T04:19:52.579" v="410" actId="478"/>
          <ac:spMkLst>
            <pc:docMk/>
            <pc:sldMk cId="0" sldId="264"/>
            <ac:spMk id="21" creationId="{00000000-0000-0000-0000-000000000000}"/>
          </ac:spMkLst>
        </pc:spChg>
        <pc:spChg chg="del mod">
          <ac:chgData name="Nadia Fernanda Rios Liza" userId="d12b3a92-16f5-4de3-a1bd-bec5737280dc" providerId="ADAL" clId="{BE41E522-1153-4F13-A0D6-892E22AA55A1}" dt="2026-05-11T04:19:52.579" v="410" actId="478"/>
          <ac:spMkLst>
            <pc:docMk/>
            <pc:sldMk cId="0" sldId="264"/>
            <ac:spMk id="22" creationId="{00000000-0000-0000-0000-000000000000}"/>
          </ac:spMkLst>
        </pc:spChg>
        <pc:spChg chg="del mod">
          <ac:chgData name="Nadia Fernanda Rios Liza" userId="d12b3a92-16f5-4de3-a1bd-bec5737280dc" providerId="ADAL" clId="{BE41E522-1153-4F13-A0D6-892E22AA55A1}" dt="2026-05-11T04:19:52.579" v="410" actId="478"/>
          <ac:spMkLst>
            <pc:docMk/>
            <pc:sldMk cId="0" sldId="264"/>
            <ac:spMk id="23" creationId="{00000000-0000-0000-0000-000000000000}"/>
          </ac:spMkLst>
        </pc:spChg>
        <pc:spChg chg="del mod">
          <ac:chgData name="Nadia Fernanda Rios Liza" userId="d12b3a92-16f5-4de3-a1bd-bec5737280dc" providerId="ADAL" clId="{BE41E522-1153-4F13-A0D6-892E22AA55A1}" dt="2026-05-11T04:19:52.579" v="410" actId="478"/>
          <ac:spMkLst>
            <pc:docMk/>
            <pc:sldMk cId="0" sldId="264"/>
            <ac:spMk id="24" creationId="{00000000-0000-0000-0000-000000000000}"/>
          </ac:spMkLst>
        </pc:spChg>
        <pc:spChg chg="del mod">
          <ac:chgData name="Nadia Fernanda Rios Liza" userId="d12b3a92-16f5-4de3-a1bd-bec5737280dc" providerId="ADAL" clId="{BE41E522-1153-4F13-A0D6-892E22AA55A1}" dt="2026-05-11T04:19:52.579" v="410" actId="478"/>
          <ac:spMkLst>
            <pc:docMk/>
            <pc:sldMk cId="0" sldId="264"/>
            <ac:spMk id="25" creationId="{00000000-0000-0000-0000-000000000000}"/>
          </ac:spMkLst>
        </pc:spChg>
        <pc:spChg chg="del mod">
          <ac:chgData name="Nadia Fernanda Rios Liza" userId="d12b3a92-16f5-4de3-a1bd-bec5737280dc" providerId="ADAL" clId="{BE41E522-1153-4F13-A0D6-892E22AA55A1}" dt="2026-05-11T04:19:52.579" v="410" actId="478"/>
          <ac:spMkLst>
            <pc:docMk/>
            <pc:sldMk cId="0" sldId="264"/>
            <ac:spMk id="26" creationId="{00000000-0000-0000-0000-000000000000}"/>
          </ac:spMkLst>
        </pc:spChg>
        <pc:spChg chg="del mod">
          <ac:chgData name="Nadia Fernanda Rios Liza" userId="d12b3a92-16f5-4de3-a1bd-bec5737280dc" providerId="ADAL" clId="{BE41E522-1153-4F13-A0D6-892E22AA55A1}" dt="2026-05-11T04:19:52.579" v="410" actId="478"/>
          <ac:spMkLst>
            <pc:docMk/>
            <pc:sldMk cId="0" sldId="264"/>
            <ac:spMk id="27" creationId="{00000000-0000-0000-0000-000000000000}"/>
          </ac:spMkLst>
        </pc:spChg>
        <pc:spChg chg="del mod">
          <ac:chgData name="Nadia Fernanda Rios Liza" userId="d12b3a92-16f5-4de3-a1bd-bec5737280dc" providerId="ADAL" clId="{BE41E522-1153-4F13-A0D6-892E22AA55A1}" dt="2026-05-11T04:19:52.579" v="410" actId="478"/>
          <ac:spMkLst>
            <pc:docMk/>
            <pc:sldMk cId="0" sldId="264"/>
            <ac:spMk id="28" creationId="{00000000-0000-0000-0000-000000000000}"/>
          </ac:spMkLst>
        </pc:spChg>
        <pc:spChg chg="del mod">
          <ac:chgData name="Nadia Fernanda Rios Liza" userId="d12b3a92-16f5-4de3-a1bd-bec5737280dc" providerId="ADAL" clId="{BE41E522-1153-4F13-A0D6-892E22AA55A1}" dt="2026-05-11T04:19:52.579" v="410" actId="478"/>
          <ac:spMkLst>
            <pc:docMk/>
            <pc:sldMk cId="0" sldId="264"/>
            <ac:spMk id="29" creationId="{00000000-0000-0000-0000-000000000000}"/>
          </ac:spMkLst>
        </pc:spChg>
        <pc:spChg chg="del mod">
          <ac:chgData name="Nadia Fernanda Rios Liza" userId="d12b3a92-16f5-4de3-a1bd-bec5737280dc" providerId="ADAL" clId="{BE41E522-1153-4F13-A0D6-892E22AA55A1}" dt="2026-05-11T04:19:52.579" v="410" actId="478"/>
          <ac:spMkLst>
            <pc:docMk/>
            <pc:sldMk cId="0" sldId="264"/>
            <ac:spMk id="30" creationId="{00000000-0000-0000-0000-000000000000}"/>
          </ac:spMkLst>
        </pc:spChg>
        <pc:spChg chg="del mod">
          <ac:chgData name="Nadia Fernanda Rios Liza" userId="d12b3a92-16f5-4de3-a1bd-bec5737280dc" providerId="ADAL" clId="{BE41E522-1153-4F13-A0D6-892E22AA55A1}" dt="2026-05-11T04:19:52.579" v="410" actId="478"/>
          <ac:spMkLst>
            <pc:docMk/>
            <pc:sldMk cId="0" sldId="264"/>
            <ac:spMk id="31" creationId="{00000000-0000-0000-0000-000000000000}"/>
          </ac:spMkLst>
        </pc:spChg>
        <pc:spChg chg="del mod">
          <ac:chgData name="Nadia Fernanda Rios Liza" userId="d12b3a92-16f5-4de3-a1bd-bec5737280dc" providerId="ADAL" clId="{BE41E522-1153-4F13-A0D6-892E22AA55A1}" dt="2026-05-11T04:19:52.579" v="410" actId="478"/>
          <ac:spMkLst>
            <pc:docMk/>
            <pc:sldMk cId="0" sldId="264"/>
            <ac:spMk id="32" creationId="{00000000-0000-0000-0000-000000000000}"/>
          </ac:spMkLst>
        </pc:spChg>
        <pc:spChg chg="del mod">
          <ac:chgData name="Nadia Fernanda Rios Liza" userId="d12b3a92-16f5-4de3-a1bd-bec5737280dc" providerId="ADAL" clId="{BE41E522-1153-4F13-A0D6-892E22AA55A1}" dt="2026-05-11T04:19:52.579" v="410" actId="478"/>
          <ac:spMkLst>
            <pc:docMk/>
            <pc:sldMk cId="0" sldId="264"/>
            <ac:spMk id="33" creationId="{00000000-0000-0000-0000-000000000000}"/>
          </ac:spMkLst>
        </pc:spChg>
        <pc:spChg chg="del mod">
          <ac:chgData name="Nadia Fernanda Rios Liza" userId="d12b3a92-16f5-4de3-a1bd-bec5737280dc" providerId="ADAL" clId="{BE41E522-1153-4F13-A0D6-892E22AA55A1}" dt="2026-05-11T04:19:52.579" v="410" actId="478"/>
          <ac:spMkLst>
            <pc:docMk/>
            <pc:sldMk cId="0" sldId="264"/>
            <ac:spMk id="34" creationId="{00000000-0000-0000-0000-000000000000}"/>
          </ac:spMkLst>
        </pc:spChg>
        <pc:spChg chg="del mod">
          <ac:chgData name="Nadia Fernanda Rios Liza" userId="d12b3a92-16f5-4de3-a1bd-bec5737280dc" providerId="ADAL" clId="{BE41E522-1153-4F13-A0D6-892E22AA55A1}" dt="2026-05-11T04:19:52.579" v="410" actId="478"/>
          <ac:spMkLst>
            <pc:docMk/>
            <pc:sldMk cId="0" sldId="264"/>
            <ac:spMk id="35" creationId="{00000000-0000-0000-0000-000000000000}"/>
          </ac:spMkLst>
        </pc:spChg>
        <pc:spChg chg="del mod">
          <ac:chgData name="Nadia Fernanda Rios Liza" userId="d12b3a92-16f5-4de3-a1bd-bec5737280dc" providerId="ADAL" clId="{BE41E522-1153-4F13-A0D6-892E22AA55A1}" dt="2026-05-11T04:19:52.579" v="410" actId="478"/>
          <ac:spMkLst>
            <pc:docMk/>
            <pc:sldMk cId="0" sldId="264"/>
            <ac:spMk id="36" creationId="{00000000-0000-0000-0000-000000000000}"/>
          </ac:spMkLst>
        </pc:spChg>
        <pc:spChg chg="del mod">
          <ac:chgData name="Nadia Fernanda Rios Liza" userId="d12b3a92-16f5-4de3-a1bd-bec5737280dc" providerId="ADAL" clId="{BE41E522-1153-4F13-A0D6-892E22AA55A1}" dt="2026-05-11T04:19:52.579" v="410" actId="478"/>
          <ac:spMkLst>
            <pc:docMk/>
            <pc:sldMk cId="0" sldId="264"/>
            <ac:spMk id="37" creationId="{00000000-0000-0000-0000-000000000000}"/>
          </ac:spMkLst>
        </pc:spChg>
        <pc:spChg chg="del mod">
          <ac:chgData name="Nadia Fernanda Rios Liza" userId="d12b3a92-16f5-4de3-a1bd-bec5737280dc" providerId="ADAL" clId="{BE41E522-1153-4F13-A0D6-892E22AA55A1}" dt="2026-05-11T04:19:52.579" v="410" actId="478"/>
          <ac:spMkLst>
            <pc:docMk/>
            <pc:sldMk cId="0" sldId="264"/>
            <ac:spMk id="38" creationId="{00000000-0000-0000-0000-000000000000}"/>
          </ac:spMkLst>
        </pc:spChg>
        <pc:spChg chg="del mod">
          <ac:chgData name="Nadia Fernanda Rios Liza" userId="d12b3a92-16f5-4de3-a1bd-bec5737280dc" providerId="ADAL" clId="{BE41E522-1153-4F13-A0D6-892E22AA55A1}" dt="2026-05-11T04:19:52.579" v="410" actId="478"/>
          <ac:spMkLst>
            <pc:docMk/>
            <pc:sldMk cId="0" sldId="264"/>
            <ac:spMk id="39" creationId="{00000000-0000-0000-0000-000000000000}"/>
          </ac:spMkLst>
        </pc:spChg>
        <pc:spChg chg="del mod">
          <ac:chgData name="Nadia Fernanda Rios Liza" userId="d12b3a92-16f5-4de3-a1bd-bec5737280dc" providerId="ADAL" clId="{BE41E522-1153-4F13-A0D6-892E22AA55A1}" dt="2026-05-11T04:19:52.579" v="410" actId="478"/>
          <ac:spMkLst>
            <pc:docMk/>
            <pc:sldMk cId="0" sldId="264"/>
            <ac:spMk id="40" creationId="{00000000-0000-0000-0000-000000000000}"/>
          </ac:spMkLst>
        </pc:spChg>
        <pc:spChg chg="del mod">
          <ac:chgData name="Nadia Fernanda Rios Liza" userId="d12b3a92-16f5-4de3-a1bd-bec5737280dc" providerId="ADAL" clId="{BE41E522-1153-4F13-A0D6-892E22AA55A1}" dt="2026-05-11T04:19:52.579" v="410" actId="478"/>
          <ac:spMkLst>
            <pc:docMk/>
            <pc:sldMk cId="0" sldId="264"/>
            <ac:spMk id="41" creationId="{00000000-0000-0000-0000-000000000000}"/>
          </ac:spMkLst>
        </pc:spChg>
        <pc:spChg chg="del mod">
          <ac:chgData name="Nadia Fernanda Rios Liza" userId="d12b3a92-16f5-4de3-a1bd-bec5737280dc" providerId="ADAL" clId="{BE41E522-1153-4F13-A0D6-892E22AA55A1}" dt="2026-05-11T04:19:52.579" v="410" actId="478"/>
          <ac:spMkLst>
            <pc:docMk/>
            <pc:sldMk cId="0" sldId="264"/>
            <ac:spMk id="42" creationId="{00000000-0000-0000-0000-000000000000}"/>
          </ac:spMkLst>
        </pc:spChg>
        <pc:spChg chg="del mod">
          <ac:chgData name="Nadia Fernanda Rios Liza" userId="d12b3a92-16f5-4de3-a1bd-bec5737280dc" providerId="ADAL" clId="{BE41E522-1153-4F13-A0D6-892E22AA55A1}" dt="2026-05-11T04:19:52.579" v="410" actId="478"/>
          <ac:spMkLst>
            <pc:docMk/>
            <pc:sldMk cId="0" sldId="264"/>
            <ac:spMk id="43" creationId="{00000000-0000-0000-0000-000000000000}"/>
          </ac:spMkLst>
        </pc:spChg>
        <pc:spChg chg="mod">
          <ac:chgData name="Nadia Fernanda Rios Liza" userId="d12b3a92-16f5-4de3-a1bd-bec5737280dc" providerId="ADAL" clId="{BE41E522-1153-4F13-A0D6-892E22AA55A1}" dt="2026-05-11T03:42:56.771" v="338" actId="1037"/>
          <ac:spMkLst>
            <pc:docMk/>
            <pc:sldMk cId="0" sldId="264"/>
            <ac:spMk id="44" creationId="{00000000-0000-0000-0000-000000000000}"/>
          </ac:spMkLst>
        </pc:spChg>
        <pc:spChg chg="del mod">
          <ac:chgData name="Nadia Fernanda Rios Liza" userId="d12b3a92-16f5-4de3-a1bd-bec5737280dc" providerId="ADAL" clId="{BE41E522-1153-4F13-A0D6-892E22AA55A1}" dt="2026-05-11T04:19:52.579" v="410" actId="478"/>
          <ac:spMkLst>
            <pc:docMk/>
            <pc:sldMk cId="0" sldId="264"/>
            <ac:spMk id="45" creationId="{00000000-0000-0000-0000-000000000000}"/>
          </ac:spMkLst>
        </pc:spChg>
        <pc:spChg chg="del mod">
          <ac:chgData name="Nadia Fernanda Rios Liza" userId="d12b3a92-16f5-4de3-a1bd-bec5737280dc" providerId="ADAL" clId="{BE41E522-1153-4F13-A0D6-892E22AA55A1}" dt="2026-05-11T04:19:52.579" v="410" actId="478"/>
          <ac:spMkLst>
            <pc:docMk/>
            <pc:sldMk cId="0" sldId="264"/>
            <ac:spMk id="46" creationId="{00000000-0000-0000-0000-000000000000}"/>
          </ac:spMkLst>
        </pc:spChg>
        <pc:spChg chg="del mod">
          <ac:chgData name="Nadia Fernanda Rios Liza" userId="d12b3a92-16f5-4de3-a1bd-bec5737280dc" providerId="ADAL" clId="{BE41E522-1153-4F13-A0D6-892E22AA55A1}" dt="2026-05-11T04:19:52.579" v="410" actId="478"/>
          <ac:spMkLst>
            <pc:docMk/>
            <pc:sldMk cId="0" sldId="264"/>
            <ac:spMk id="47" creationId="{00000000-0000-0000-0000-000000000000}"/>
          </ac:spMkLst>
        </pc:spChg>
        <pc:spChg chg="del">
          <ac:chgData name="Nadia Fernanda Rios Liza" userId="d12b3a92-16f5-4de3-a1bd-bec5737280dc" providerId="ADAL" clId="{BE41E522-1153-4F13-A0D6-892E22AA55A1}" dt="2026-05-11T04:21:01.452" v="428" actId="478"/>
          <ac:spMkLst>
            <pc:docMk/>
            <pc:sldMk cId="0" sldId="264"/>
            <ac:spMk id="48" creationId="{00000000-0000-0000-0000-000000000000}"/>
          </ac:spMkLst>
        </pc:spChg>
        <pc:spChg chg="del mod">
          <ac:chgData name="Nadia Fernanda Rios Liza" userId="d12b3a92-16f5-4de3-a1bd-bec5737280dc" providerId="ADAL" clId="{BE41E522-1153-4F13-A0D6-892E22AA55A1}" dt="2026-05-11T04:20:57.790" v="427" actId="478"/>
          <ac:spMkLst>
            <pc:docMk/>
            <pc:sldMk cId="0" sldId="264"/>
            <ac:spMk id="50" creationId="{00000000-0000-0000-0000-000000000000}"/>
          </ac:spMkLst>
        </pc:spChg>
        <pc:spChg chg="add del">
          <ac:chgData name="Nadia Fernanda Rios Liza" userId="d12b3a92-16f5-4de3-a1bd-bec5737280dc" providerId="ADAL" clId="{BE41E522-1153-4F13-A0D6-892E22AA55A1}" dt="2026-05-11T04:19:56.468" v="412"/>
          <ac:spMkLst>
            <pc:docMk/>
            <pc:sldMk cId="0" sldId="264"/>
            <ac:spMk id="57" creationId="{40DF2CA9-6275-49AB-B27A-B3FEA16E12B7}"/>
          </ac:spMkLst>
        </pc:spChg>
        <pc:graphicFrameChg chg="add del mod modGraphic">
          <ac:chgData name="Nadia Fernanda Rios Liza" userId="d12b3a92-16f5-4de3-a1bd-bec5737280dc" providerId="ADAL" clId="{BE41E522-1153-4F13-A0D6-892E22AA55A1}" dt="2026-05-11T03:36:03.184" v="107" actId="478"/>
          <ac:graphicFrameMkLst>
            <pc:docMk/>
            <pc:sldMk cId="0" sldId="264"/>
            <ac:graphicFrameMk id="51" creationId="{44DC2D0C-8F4A-477E-8F3F-A8A2DA920F8F}"/>
          </ac:graphicFrameMkLst>
        </pc:graphicFrameChg>
        <pc:graphicFrameChg chg="add mod modGraphic">
          <ac:chgData name="Nadia Fernanda Rios Liza" userId="d12b3a92-16f5-4de3-a1bd-bec5737280dc" providerId="ADAL" clId="{BE41E522-1153-4F13-A0D6-892E22AA55A1}" dt="2026-05-11T04:24:19.404" v="458" actId="207"/>
          <ac:graphicFrameMkLst>
            <pc:docMk/>
            <pc:sldMk cId="0" sldId="264"/>
            <ac:graphicFrameMk id="58" creationId="{36B576BE-7CC3-4E9E-964B-094ACD517475}"/>
          </ac:graphicFrameMkLst>
        </pc:graphicFrameChg>
        <pc:picChg chg="add del mod modCrop">
          <ac:chgData name="Nadia Fernanda Rios Liza" userId="d12b3a92-16f5-4de3-a1bd-bec5737280dc" providerId="ADAL" clId="{BE41E522-1153-4F13-A0D6-892E22AA55A1}" dt="2026-05-11T03:44:35.281" v="356" actId="478"/>
          <ac:picMkLst>
            <pc:docMk/>
            <pc:sldMk cId="0" sldId="264"/>
            <ac:picMk id="53" creationId="{0B6473FC-FD46-4274-9218-7E8E92E2E37B}"/>
          </ac:picMkLst>
        </pc:picChg>
        <pc:picChg chg="add del mod modCrop">
          <ac:chgData name="Nadia Fernanda Rios Liza" userId="d12b3a92-16f5-4de3-a1bd-bec5737280dc" providerId="ADAL" clId="{BE41E522-1153-4F13-A0D6-892E22AA55A1}" dt="2026-05-11T03:44:35.281" v="356" actId="478"/>
          <ac:picMkLst>
            <pc:docMk/>
            <pc:sldMk cId="0" sldId="264"/>
            <ac:picMk id="54" creationId="{F10E9D87-1E2E-473E-B772-70CA9BF7F3B0}"/>
          </ac:picMkLst>
        </pc:picChg>
        <pc:picChg chg="add del mod">
          <ac:chgData name="Nadia Fernanda Rios Liza" userId="d12b3a92-16f5-4de3-a1bd-bec5737280dc" providerId="ADAL" clId="{BE41E522-1153-4F13-A0D6-892E22AA55A1}" dt="2026-05-11T04:21:21.519" v="434" actId="478"/>
          <ac:picMkLst>
            <pc:docMk/>
            <pc:sldMk cId="0" sldId="264"/>
            <ac:picMk id="55" creationId="{A499F095-2484-40D8-8F02-B7A35E2DB797}"/>
          </ac:picMkLst>
        </pc:picChg>
        <pc:picChg chg="add del mod">
          <ac:chgData name="Nadia Fernanda Rios Liza" userId="d12b3a92-16f5-4de3-a1bd-bec5737280dc" providerId="ADAL" clId="{BE41E522-1153-4F13-A0D6-892E22AA55A1}" dt="2026-05-11T04:21:21.519" v="434" actId="478"/>
          <ac:picMkLst>
            <pc:docMk/>
            <pc:sldMk cId="0" sldId="264"/>
            <ac:picMk id="56" creationId="{B3DB079A-6C4C-4539-8017-04700D085421}"/>
          </ac:picMkLst>
        </pc:picChg>
        <pc:picChg chg="add del mod">
          <ac:chgData name="Nadia Fernanda Rios Liza" userId="d12b3a92-16f5-4de3-a1bd-bec5737280dc" providerId="ADAL" clId="{BE41E522-1153-4F13-A0D6-892E22AA55A1}" dt="2026-05-11T04:24:02.914" v="454" actId="478"/>
          <ac:picMkLst>
            <pc:docMk/>
            <pc:sldMk cId="0" sldId="264"/>
            <ac:picMk id="59" creationId="{C5CBB274-5674-48D3-B801-39D4E49565B2}"/>
          </ac:picMkLst>
        </pc:picChg>
        <pc:picChg chg="add del mod">
          <ac:chgData name="Nadia Fernanda Rios Liza" userId="d12b3a92-16f5-4de3-a1bd-bec5737280dc" providerId="ADAL" clId="{BE41E522-1153-4F13-A0D6-892E22AA55A1}" dt="2026-05-11T04:24:02.914" v="454" actId="478"/>
          <ac:picMkLst>
            <pc:docMk/>
            <pc:sldMk cId="0" sldId="264"/>
            <ac:picMk id="60" creationId="{132D8D56-650E-4B9D-81F5-43CCF7BDF1EE}"/>
          </ac:picMkLst>
        </pc:picChg>
        <pc:picChg chg="add del mod">
          <ac:chgData name="Nadia Fernanda Rios Liza" userId="d12b3a92-16f5-4de3-a1bd-bec5737280dc" providerId="ADAL" clId="{BE41E522-1153-4F13-A0D6-892E22AA55A1}" dt="2026-05-11T04:24:03.926" v="455" actId="478"/>
          <ac:picMkLst>
            <pc:docMk/>
            <pc:sldMk cId="0" sldId="264"/>
            <ac:picMk id="61" creationId="{DB857BD6-CA67-4763-99A2-BA988EE2C06E}"/>
          </ac:picMkLst>
        </pc:picChg>
        <pc:picChg chg="add del mod">
          <ac:chgData name="Nadia Fernanda Rios Liza" userId="d12b3a92-16f5-4de3-a1bd-bec5737280dc" providerId="ADAL" clId="{BE41E522-1153-4F13-A0D6-892E22AA55A1}" dt="2026-05-11T04:24:02.914" v="454" actId="478"/>
          <ac:picMkLst>
            <pc:docMk/>
            <pc:sldMk cId="0" sldId="264"/>
            <ac:picMk id="62" creationId="{A288FC22-A8A9-4E15-BCF2-2E476EAFAAF7}"/>
          </ac:picMkLst>
        </pc:picChg>
        <pc:picChg chg="add del mod">
          <ac:chgData name="Nadia Fernanda Rios Liza" userId="d12b3a92-16f5-4de3-a1bd-bec5737280dc" providerId="ADAL" clId="{BE41E522-1153-4F13-A0D6-892E22AA55A1}" dt="2026-05-11T04:23:58.313" v="453" actId="478"/>
          <ac:picMkLst>
            <pc:docMk/>
            <pc:sldMk cId="0" sldId="264"/>
            <ac:picMk id="63" creationId="{9579C438-B15F-440C-B016-5A41A80664BA}"/>
          </ac:picMkLst>
        </pc:picChg>
        <pc:picChg chg="add del mod">
          <ac:chgData name="Nadia Fernanda Rios Liza" userId="d12b3a92-16f5-4de3-a1bd-bec5737280dc" providerId="ADAL" clId="{BE41E522-1153-4F13-A0D6-892E22AA55A1}" dt="2026-05-11T04:23:58.313" v="453" actId="478"/>
          <ac:picMkLst>
            <pc:docMk/>
            <pc:sldMk cId="0" sldId="264"/>
            <ac:picMk id="64" creationId="{781F4D28-F7CE-4B8F-9FA5-62C80D7CFEB6}"/>
          </ac:picMkLst>
        </pc:picChg>
        <pc:picChg chg="add del mod">
          <ac:chgData name="Nadia Fernanda Rios Liza" userId="d12b3a92-16f5-4de3-a1bd-bec5737280dc" providerId="ADAL" clId="{BE41E522-1153-4F13-A0D6-892E22AA55A1}" dt="2026-05-11T04:23:58.313" v="453" actId="478"/>
          <ac:picMkLst>
            <pc:docMk/>
            <pc:sldMk cId="0" sldId="264"/>
            <ac:picMk id="65" creationId="{CC25A034-9B78-4453-9BE0-01F736D2E0AE}"/>
          </ac:picMkLst>
        </pc:picChg>
        <pc:picChg chg="add mod">
          <ac:chgData name="Nadia Fernanda Rios Liza" userId="d12b3a92-16f5-4de3-a1bd-bec5737280dc" providerId="ADAL" clId="{BE41E522-1153-4F13-A0D6-892E22AA55A1}" dt="2026-05-11T06:06:05.707" v="1563" actId="1076"/>
          <ac:picMkLst>
            <pc:docMk/>
            <pc:sldMk cId="0" sldId="264"/>
            <ac:picMk id="67" creationId="{C7CA270D-E024-4E3C-BC4F-9A26425BCA9C}"/>
          </ac:picMkLst>
        </pc:picChg>
        <pc:picChg chg="add mod">
          <ac:chgData name="Nadia Fernanda Rios Liza" userId="d12b3a92-16f5-4de3-a1bd-bec5737280dc" providerId="ADAL" clId="{BE41E522-1153-4F13-A0D6-892E22AA55A1}" dt="2026-05-11T06:06:27.722" v="1565" actId="1076"/>
          <ac:picMkLst>
            <pc:docMk/>
            <pc:sldMk cId="0" sldId="264"/>
            <ac:picMk id="69" creationId="{FDC2104B-511A-41CC-A2A8-1C1E6AA60F18}"/>
          </ac:picMkLst>
        </pc:picChg>
        <pc:picChg chg="add mod">
          <ac:chgData name="Nadia Fernanda Rios Liza" userId="d12b3a92-16f5-4de3-a1bd-bec5737280dc" providerId="ADAL" clId="{BE41E522-1153-4F13-A0D6-892E22AA55A1}" dt="2026-05-11T06:06:39.741" v="1567" actId="1076"/>
          <ac:picMkLst>
            <pc:docMk/>
            <pc:sldMk cId="0" sldId="264"/>
            <ac:picMk id="71" creationId="{966B8D94-E2E6-408C-8737-1D94F3309570}"/>
          </ac:picMkLst>
        </pc:picChg>
      </pc:sldChg>
      <pc:sldChg chg="mod modShow">
        <pc:chgData name="Nadia Fernanda Rios Liza" userId="d12b3a92-16f5-4de3-a1bd-bec5737280dc" providerId="ADAL" clId="{BE41E522-1153-4F13-A0D6-892E22AA55A1}" dt="2026-05-11T06:06:50.465" v="1568" actId="729"/>
        <pc:sldMkLst>
          <pc:docMk/>
          <pc:sldMk cId="0" sldId="265"/>
        </pc:sldMkLst>
      </pc:sldChg>
      <pc:sldChg chg="addSp modSp mod ord">
        <pc:chgData name="Nadia Fernanda Rios Liza" userId="d12b3a92-16f5-4de3-a1bd-bec5737280dc" providerId="ADAL" clId="{BE41E522-1153-4F13-A0D6-892E22AA55A1}" dt="2026-05-11T06:12:23.559" v="1588" actId="13926"/>
        <pc:sldMkLst>
          <pc:docMk/>
          <pc:sldMk cId="0" sldId="266"/>
        </pc:sldMkLst>
        <pc:spChg chg="add mod">
          <ac:chgData name="Nadia Fernanda Rios Liza" userId="d12b3a92-16f5-4de3-a1bd-bec5737280dc" providerId="ADAL" clId="{BE41E522-1153-4F13-A0D6-892E22AA55A1}" dt="2026-05-11T06:12:23.559" v="1588" actId="13926"/>
          <ac:spMkLst>
            <pc:docMk/>
            <pc:sldMk cId="0" sldId="266"/>
            <ac:spMk id="32" creationId="{F846CC84-C5C1-4A76-B0A7-46EDECEDB7C9}"/>
          </ac:spMkLst>
        </pc:spChg>
      </pc:sldChg>
      <pc:sldChg chg="mod modShow">
        <pc:chgData name="Nadia Fernanda Rios Liza" userId="d12b3a92-16f5-4de3-a1bd-bec5737280dc" providerId="ADAL" clId="{BE41E522-1153-4F13-A0D6-892E22AA55A1}" dt="2026-05-11T03:32:24.012" v="94" actId="729"/>
        <pc:sldMkLst>
          <pc:docMk/>
          <pc:sldMk cId="0" sldId="267"/>
        </pc:sldMkLst>
      </pc:sldChg>
      <pc:sldChg chg="addSp delSp modSp add mod setBg modNotesTx">
        <pc:chgData name="Nadia Fernanda Rios Liza" userId="d12b3a92-16f5-4de3-a1bd-bec5737280dc" providerId="ADAL" clId="{BE41E522-1153-4F13-A0D6-892E22AA55A1}" dt="2026-05-11T04:31:38.325" v="545" actId="14100"/>
        <pc:sldMkLst>
          <pc:docMk/>
          <pc:sldMk cId="2217390593" sldId="268"/>
        </pc:sldMkLst>
        <pc:spChg chg="mod">
          <ac:chgData name="Nadia Fernanda Rios Liza" userId="d12b3a92-16f5-4de3-a1bd-bec5737280dc" providerId="ADAL" clId="{BE41E522-1153-4F13-A0D6-892E22AA55A1}" dt="2026-05-11T03:29:26.908" v="23" actId="20577"/>
          <ac:spMkLst>
            <pc:docMk/>
            <pc:sldMk cId="2217390593" sldId="268"/>
            <ac:spMk id="3" creationId="{00000000-0000-0000-0000-000000000000}"/>
          </ac:spMkLst>
        </pc:spChg>
        <pc:spChg chg="del">
          <ac:chgData name="Nadia Fernanda Rios Liza" userId="d12b3a92-16f5-4de3-a1bd-bec5737280dc" providerId="ADAL" clId="{BE41E522-1153-4F13-A0D6-892E22AA55A1}" dt="2026-05-11T03:29:33.198" v="24" actId="478"/>
          <ac:spMkLst>
            <pc:docMk/>
            <pc:sldMk cId="2217390593" sldId="268"/>
            <ac:spMk id="4" creationId="{00000000-0000-0000-0000-000000000000}"/>
          </ac:spMkLst>
        </pc:spChg>
        <pc:spChg chg="del">
          <ac:chgData name="Nadia Fernanda Rios Liza" userId="d12b3a92-16f5-4de3-a1bd-bec5737280dc" providerId="ADAL" clId="{BE41E522-1153-4F13-A0D6-892E22AA55A1}" dt="2026-05-11T03:29:33.198" v="24" actId="478"/>
          <ac:spMkLst>
            <pc:docMk/>
            <pc:sldMk cId="2217390593" sldId="268"/>
            <ac:spMk id="5" creationId="{00000000-0000-0000-0000-000000000000}"/>
          </ac:spMkLst>
        </pc:spChg>
        <pc:spChg chg="del">
          <ac:chgData name="Nadia Fernanda Rios Liza" userId="d12b3a92-16f5-4de3-a1bd-bec5737280dc" providerId="ADAL" clId="{BE41E522-1153-4F13-A0D6-892E22AA55A1}" dt="2026-05-11T03:29:33.198" v="24" actId="478"/>
          <ac:spMkLst>
            <pc:docMk/>
            <pc:sldMk cId="2217390593" sldId="268"/>
            <ac:spMk id="6" creationId="{00000000-0000-0000-0000-000000000000}"/>
          </ac:spMkLst>
        </pc:spChg>
        <pc:spChg chg="del">
          <ac:chgData name="Nadia Fernanda Rios Liza" userId="d12b3a92-16f5-4de3-a1bd-bec5737280dc" providerId="ADAL" clId="{BE41E522-1153-4F13-A0D6-892E22AA55A1}" dt="2026-05-11T03:29:33.198" v="24" actId="478"/>
          <ac:spMkLst>
            <pc:docMk/>
            <pc:sldMk cId="2217390593" sldId="268"/>
            <ac:spMk id="7" creationId="{00000000-0000-0000-0000-000000000000}"/>
          </ac:spMkLst>
        </pc:spChg>
        <pc:spChg chg="del">
          <ac:chgData name="Nadia Fernanda Rios Liza" userId="d12b3a92-16f5-4de3-a1bd-bec5737280dc" providerId="ADAL" clId="{BE41E522-1153-4F13-A0D6-892E22AA55A1}" dt="2026-05-11T03:29:33.198" v="24" actId="478"/>
          <ac:spMkLst>
            <pc:docMk/>
            <pc:sldMk cId="2217390593" sldId="268"/>
            <ac:spMk id="8" creationId="{00000000-0000-0000-0000-000000000000}"/>
          </ac:spMkLst>
        </pc:spChg>
        <pc:spChg chg="del">
          <ac:chgData name="Nadia Fernanda Rios Liza" userId="d12b3a92-16f5-4de3-a1bd-bec5737280dc" providerId="ADAL" clId="{BE41E522-1153-4F13-A0D6-892E22AA55A1}" dt="2026-05-11T03:29:33.198" v="24" actId="478"/>
          <ac:spMkLst>
            <pc:docMk/>
            <pc:sldMk cId="2217390593" sldId="268"/>
            <ac:spMk id="9" creationId="{00000000-0000-0000-0000-000000000000}"/>
          </ac:spMkLst>
        </pc:spChg>
        <pc:spChg chg="del">
          <ac:chgData name="Nadia Fernanda Rios Liza" userId="d12b3a92-16f5-4de3-a1bd-bec5737280dc" providerId="ADAL" clId="{BE41E522-1153-4F13-A0D6-892E22AA55A1}" dt="2026-05-11T03:29:33.198" v="24" actId="478"/>
          <ac:spMkLst>
            <pc:docMk/>
            <pc:sldMk cId="2217390593" sldId="268"/>
            <ac:spMk id="10" creationId="{00000000-0000-0000-0000-000000000000}"/>
          </ac:spMkLst>
        </pc:spChg>
        <pc:spChg chg="del">
          <ac:chgData name="Nadia Fernanda Rios Liza" userId="d12b3a92-16f5-4de3-a1bd-bec5737280dc" providerId="ADAL" clId="{BE41E522-1153-4F13-A0D6-892E22AA55A1}" dt="2026-05-11T03:29:33.198" v="24" actId="478"/>
          <ac:spMkLst>
            <pc:docMk/>
            <pc:sldMk cId="2217390593" sldId="268"/>
            <ac:spMk id="11" creationId="{00000000-0000-0000-0000-000000000000}"/>
          </ac:spMkLst>
        </pc:spChg>
        <pc:spChg chg="del">
          <ac:chgData name="Nadia Fernanda Rios Liza" userId="d12b3a92-16f5-4de3-a1bd-bec5737280dc" providerId="ADAL" clId="{BE41E522-1153-4F13-A0D6-892E22AA55A1}" dt="2026-05-11T03:29:33.198" v="24" actId="478"/>
          <ac:spMkLst>
            <pc:docMk/>
            <pc:sldMk cId="2217390593" sldId="268"/>
            <ac:spMk id="12" creationId="{00000000-0000-0000-0000-000000000000}"/>
          </ac:spMkLst>
        </pc:spChg>
        <pc:spChg chg="del">
          <ac:chgData name="Nadia Fernanda Rios Liza" userId="d12b3a92-16f5-4de3-a1bd-bec5737280dc" providerId="ADAL" clId="{BE41E522-1153-4F13-A0D6-892E22AA55A1}" dt="2026-05-11T03:29:33.198" v="24" actId="478"/>
          <ac:spMkLst>
            <pc:docMk/>
            <pc:sldMk cId="2217390593" sldId="268"/>
            <ac:spMk id="13" creationId="{00000000-0000-0000-0000-000000000000}"/>
          </ac:spMkLst>
        </pc:spChg>
        <pc:spChg chg="del">
          <ac:chgData name="Nadia Fernanda Rios Liza" userId="d12b3a92-16f5-4de3-a1bd-bec5737280dc" providerId="ADAL" clId="{BE41E522-1153-4F13-A0D6-892E22AA55A1}" dt="2026-05-11T03:29:33.198" v="24" actId="478"/>
          <ac:spMkLst>
            <pc:docMk/>
            <pc:sldMk cId="2217390593" sldId="268"/>
            <ac:spMk id="14" creationId="{00000000-0000-0000-0000-000000000000}"/>
          </ac:spMkLst>
        </pc:spChg>
        <pc:spChg chg="del">
          <ac:chgData name="Nadia Fernanda Rios Liza" userId="d12b3a92-16f5-4de3-a1bd-bec5737280dc" providerId="ADAL" clId="{BE41E522-1153-4F13-A0D6-892E22AA55A1}" dt="2026-05-11T03:29:33.198" v="24" actId="478"/>
          <ac:spMkLst>
            <pc:docMk/>
            <pc:sldMk cId="2217390593" sldId="268"/>
            <ac:spMk id="15" creationId="{00000000-0000-0000-0000-000000000000}"/>
          </ac:spMkLst>
        </pc:spChg>
        <pc:spChg chg="del">
          <ac:chgData name="Nadia Fernanda Rios Liza" userId="d12b3a92-16f5-4de3-a1bd-bec5737280dc" providerId="ADAL" clId="{BE41E522-1153-4F13-A0D6-892E22AA55A1}" dt="2026-05-11T03:29:33.198" v="24" actId="478"/>
          <ac:spMkLst>
            <pc:docMk/>
            <pc:sldMk cId="2217390593" sldId="268"/>
            <ac:spMk id="16" creationId="{00000000-0000-0000-0000-000000000000}"/>
          </ac:spMkLst>
        </pc:spChg>
        <pc:spChg chg="del">
          <ac:chgData name="Nadia Fernanda Rios Liza" userId="d12b3a92-16f5-4de3-a1bd-bec5737280dc" providerId="ADAL" clId="{BE41E522-1153-4F13-A0D6-892E22AA55A1}" dt="2026-05-11T03:29:33.198" v="24" actId="478"/>
          <ac:spMkLst>
            <pc:docMk/>
            <pc:sldMk cId="2217390593" sldId="268"/>
            <ac:spMk id="17" creationId="{00000000-0000-0000-0000-000000000000}"/>
          </ac:spMkLst>
        </pc:spChg>
        <pc:spChg chg="del">
          <ac:chgData name="Nadia Fernanda Rios Liza" userId="d12b3a92-16f5-4de3-a1bd-bec5737280dc" providerId="ADAL" clId="{BE41E522-1153-4F13-A0D6-892E22AA55A1}" dt="2026-05-11T03:29:33.198" v="24" actId="478"/>
          <ac:spMkLst>
            <pc:docMk/>
            <pc:sldMk cId="2217390593" sldId="268"/>
            <ac:spMk id="18" creationId="{00000000-0000-0000-0000-000000000000}"/>
          </ac:spMkLst>
        </pc:spChg>
        <pc:spChg chg="del">
          <ac:chgData name="Nadia Fernanda Rios Liza" userId="d12b3a92-16f5-4de3-a1bd-bec5737280dc" providerId="ADAL" clId="{BE41E522-1153-4F13-A0D6-892E22AA55A1}" dt="2026-05-11T03:29:33.198" v="24" actId="478"/>
          <ac:spMkLst>
            <pc:docMk/>
            <pc:sldMk cId="2217390593" sldId="268"/>
            <ac:spMk id="19" creationId="{00000000-0000-0000-0000-000000000000}"/>
          </ac:spMkLst>
        </pc:spChg>
        <pc:spChg chg="del">
          <ac:chgData name="Nadia Fernanda Rios Liza" userId="d12b3a92-16f5-4de3-a1bd-bec5737280dc" providerId="ADAL" clId="{BE41E522-1153-4F13-A0D6-892E22AA55A1}" dt="2026-05-11T03:29:33.198" v="24" actId="478"/>
          <ac:spMkLst>
            <pc:docMk/>
            <pc:sldMk cId="2217390593" sldId="268"/>
            <ac:spMk id="20" creationId="{00000000-0000-0000-0000-000000000000}"/>
          </ac:spMkLst>
        </pc:spChg>
        <pc:spChg chg="del">
          <ac:chgData name="Nadia Fernanda Rios Liza" userId="d12b3a92-16f5-4de3-a1bd-bec5737280dc" providerId="ADAL" clId="{BE41E522-1153-4F13-A0D6-892E22AA55A1}" dt="2026-05-11T03:29:33.198" v="24" actId="478"/>
          <ac:spMkLst>
            <pc:docMk/>
            <pc:sldMk cId="2217390593" sldId="268"/>
            <ac:spMk id="21" creationId="{00000000-0000-0000-0000-000000000000}"/>
          </ac:spMkLst>
        </pc:spChg>
        <pc:spChg chg="del">
          <ac:chgData name="Nadia Fernanda Rios Liza" userId="d12b3a92-16f5-4de3-a1bd-bec5737280dc" providerId="ADAL" clId="{BE41E522-1153-4F13-A0D6-892E22AA55A1}" dt="2026-05-11T03:29:33.198" v="24" actId="478"/>
          <ac:spMkLst>
            <pc:docMk/>
            <pc:sldMk cId="2217390593" sldId="268"/>
            <ac:spMk id="22" creationId="{00000000-0000-0000-0000-000000000000}"/>
          </ac:spMkLst>
        </pc:spChg>
        <pc:spChg chg="del">
          <ac:chgData name="Nadia Fernanda Rios Liza" userId="d12b3a92-16f5-4de3-a1bd-bec5737280dc" providerId="ADAL" clId="{BE41E522-1153-4F13-A0D6-892E22AA55A1}" dt="2026-05-11T03:29:33.198" v="24" actId="478"/>
          <ac:spMkLst>
            <pc:docMk/>
            <pc:sldMk cId="2217390593" sldId="268"/>
            <ac:spMk id="23" creationId="{00000000-0000-0000-0000-000000000000}"/>
          </ac:spMkLst>
        </pc:spChg>
        <pc:spChg chg="del">
          <ac:chgData name="Nadia Fernanda Rios Liza" userId="d12b3a92-16f5-4de3-a1bd-bec5737280dc" providerId="ADAL" clId="{BE41E522-1153-4F13-A0D6-892E22AA55A1}" dt="2026-05-11T03:29:33.198" v="24" actId="478"/>
          <ac:spMkLst>
            <pc:docMk/>
            <pc:sldMk cId="2217390593" sldId="268"/>
            <ac:spMk id="24" creationId="{00000000-0000-0000-0000-000000000000}"/>
          </ac:spMkLst>
        </pc:spChg>
        <pc:spChg chg="del">
          <ac:chgData name="Nadia Fernanda Rios Liza" userId="d12b3a92-16f5-4de3-a1bd-bec5737280dc" providerId="ADAL" clId="{BE41E522-1153-4F13-A0D6-892E22AA55A1}" dt="2026-05-11T03:29:33.198" v="24" actId="478"/>
          <ac:spMkLst>
            <pc:docMk/>
            <pc:sldMk cId="2217390593" sldId="268"/>
            <ac:spMk id="25" creationId="{00000000-0000-0000-0000-000000000000}"/>
          </ac:spMkLst>
        </pc:spChg>
        <pc:spChg chg="del">
          <ac:chgData name="Nadia Fernanda Rios Liza" userId="d12b3a92-16f5-4de3-a1bd-bec5737280dc" providerId="ADAL" clId="{BE41E522-1153-4F13-A0D6-892E22AA55A1}" dt="2026-05-11T03:29:33.198" v="24" actId="478"/>
          <ac:spMkLst>
            <pc:docMk/>
            <pc:sldMk cId="2217390593" sldId="268"/>
            <ac:spMk id="26" creationId="{00000000-0000-0000-0000-000000000000}"/>
          </ac:spMkLst>
        </pc:spChg>
        <pc:spChg chg="del">
          <ac:chgData name="Nadia Fernanda Rios Liza" userId="d12b3a92-16f5-4de3-a1bd-bec5737280dc" providerId="ADAL" clId="{BE41E522-1153-4F13-A0D6-892E22AA55A1}" dt="2026-05-11T03:29:33.198" v="24" actId="478"/>
          <ac:spMkLst>
            <pc:docMk/>
            <pc:sldMk cId="2217390593" sldId="268"/>
            <ac:spMk id="27" creationId="{00000000-0000-0000-0000-000000000000}"/>
          </ac:spMkLst>
        </pc:spChg>
        <pc:spChg chg="del">
          <ac:chgData name="Nadia Fernanda Rios Liza" userId="d12b3a92-16f5-4de3-a1bd-bec5737280dc" providerId="ADAL" clId="{BE41E522-1153-4F13-A0D6-892E22AA55A1}" dt="2026-05-11T03:29:33.198" v="24" actId="478"/>
          <ac:spMkLst>
            <pc:docMk/>
            <pc:sldMk cId="2217390593" sldId="268"/>
            <ac:spMk id="28" creationId="{00000000-0000-0000-0000-000000000000}"/>
          </ac:spMkLst>
        </pc:spChg>
        <pc:spChg chg="del">
          <ac:chgData name="Nadia Fernanda Rios Liza" userId="d12b3a92-16f5-4de3-a1bd-bec5737280dc" providerId="ADAL" clId="{BE41E522-1153-4F13-A0D6-892E22AA55A1}" dt="2026-05-11T03:29:33.198" v="24" actId="478"/>
          <ac:spMkLst>
            <pc:docMk/>
            <pc:sldMk cId="2217390593" sldId="268"/>
            <ac:spMk id="29" creationId="{00000000-0000-0000-0000-000000000000}"/>
          </ac:spMkLst>
        </pc:spChg>
        <pc:spChg chg="del">
          <ac:chgData name="Nadia Fernanda Rios Liza" userId="d12b3a92-16f5-4de3-a1bd-bec5737280dc" providerId="ADAL" clId="{BE41E522-1153-4F13-A0D6-892E22AA55A1}" dt="2026-05-11T03:29:33.198" v="24" actId="478"/>
          <ac:spMkLst>
            <pc:docMk/>
            <pc:sldMk cId="2217390593" sldId="268"/>
            <ac:spMk id="30" creationId="{00000000-0000-0000-0000-000000000000}"/>
          </ac:spMkLst>
        </pc:spChg>
        <pc:spChg chg="del">
          <ac:chgData name="Nadia Fernanda Rios Liza" userId="d12b3a92-16f5-4de3-a1bd-bec5737280dc" providerId="ADAL" clId="{BE41E522-1153-4F13-A0D6-892E22AA55A1}" dt="2026-05-11T03:29:33.198" v="24" actId="478"/>
          <ac:spMkLst>
            <pc:docMk/>
            <pc:sldMk cId="2217390593" sldId="268"/>
            <ac:spMk id="31" creationId="{00000000-0000-0000-0000-000000000000}"/>
          </ac:spMkLst>
        </pc:spChg>
        <pc:spChg chg="del">
          <ac:chgData name="Nadia Fernanda Rios Liza" userId="d12b3a92-16f5-4de3-a1bd-bec5737280dc" providerId="ADAL" clId="{BE41E522-1153-4F13-A0D6-892E22AA55A1}" dt="2026-05-11T03:29:33.198" v="24" actId="478"/>
          <ac:spMkLst>
            <pc:docMk/>
            <pc:sldMk cId="2217390593" sldId="268"/>
            <ac:spMk id="32" creationId="{00000000-0000-0000-0000-000000000000}"/>
          </ac:spMkLst>
        </pc:spChg>
        <pc:spChg chg="del">
          <ac:chgData name="Nadia Fernanda Rios Liza" userId="d12b3a92-16f5-4de3-a1bd-bec5737280dc" providerId="ADAL" clId="{BE41E522-1153-4F13-A0D6-892E22AA55A1}" dt="2026-05-11T03:29:33.198" v="24" actId="478"/>
          <ac:spMkLst>
            <pc:docMk/>
            <pc:sldMk cId="2217390593" sldId="268"/>
            <ac:spMk id="33" creationId="{00000000-0000-0000-0000-000000000000}"/>
          </ac:spMkLst>
        </pc:spChg>
        <pc:spChg chg="del">
          <ac:chgData name="Nadia Fernanda Rios Liza" userId="d12b3a92-16f5-4de3-a1bd-bec5737280dc" providerId="ADAL" clId="{BE41E522-1153-4F13-A0D6-892E22AA55A1}" dt="2026-05-11T03:29:33.198" v="24" actId="478"/>
          <ac:spMkLst>
            <pc:docMk/>
            <pc:sldMk cId="2217390593" sldId="268"/>
            <ac:spMk id="34" creationId="{00000000-0000-0000-0000-000000000000}"/>
          </ac:spMkLst>
        </pc:spChg>
        <pc:spChg chg="del">
          <ac:chgData name="Nadia Fernanda Rios Liza" userId="d12b3a92-16f5-4de3-a1bd-bec5737280dc" providerId="ADAL" clId="{BE41E522-1153-4F13-A0D6-892E22AA55A1}" dt="2026-05-11T03:29:33.198" v="24" actId="478"/>
          <ac:spMkLst>
            <pc:docMk/>
            <pc:sldMk cId="2217390593" sldId="268"/>
            <ac:spMk id="35" creationId="{00000000-0000-0000-0000-000000000000}"/>
          </ac:spMkLst>
        </pc:spChg>
        <pc:spChg chg="del">
          <ac:chgData name="Nadia Fernanda Rios Liza" userId="d12b3a92-16f5-4de3-a1bd-bec5737280dc" providerId="ADAL" clId="{BE41E522-1153-4F13-A0D6-892E22AA55A1}" dt="2026-05-11T03:29:33.198" v="24" actId="478"/>
          <ac:spMkLst>
            <pc:docMk/>
            <pc:sldMk cId="2217390593" sldId="268"/>
            <ac:spMk id="36" creationId="{00000000-0000-0000-0000-000000000000}"/>
          </ac:spMkLst>
        </pc:spChg>
        <pc:spChg chg="del">
          <ac:chgData name="Nadia Fernanda Rios Liza" userId="d12b3a92-16f5-4de3-a1bd-bec5737280dc" providerId="ADAL" clId="{BE41E522-1153-4F13-A0D6-892E22AA55A1}" dt="2026-05-11T03:29:33.198" v="24" actId="478"/>
          <ac:spMkLst>
            <pc:docMk/>
            <pc:sldMk cId="2217390593" sldId="268"/>
            <ac:spMk id="37" creationId="{00000000-0000-0000-0000-000000000000}"/>
          </ac:spMkLst>
        </pc:spChg>
        <pc:spChg chg="del">
          <ac:chgData name="Nadia Fernanda Rios Liza" userId="d12b3a92-16f5-4de3-a1bd-bec5737280dc" providerId="ADAL" clId="{BE41E522-1153-4F13-A0D6-892E22AA55A1}" dt="2026-05-11T03:29:33.198" v="24" actId="478"/>
          <ac:spMkLst>
            <pc:docMk/>
            <pc:sldMk cId="2217390593" sldId="268"/>
            <ac:spMk id="38" creationId="{00000000-0000-0000-0000-000000000000}"/>
          </ac:spMkLst>
        </pc:spChg>
        <pc:spChg chg="del">
          <ac:chgData name="Nadia Fernanda Rios Liza" userId="d12b3a92-16f5-4de3-a1bd-bec5737280dc" providerId="ADAL" clId="{BE41E522-1153-4F13-A0D6-892E22AA55A1}" dt="2026-05-11T03:29:33.198" v="24" actId="478"/>
          <ac:spMkLst>
            <pc:docMk/>
            <pc:sldMk cId="2217390593" sldId="268"/>
            <ac:spMk id="39" creationId="{00000000-0000-0000-0000-000000000000}"/>
          </ac:spMkLst>
        </pc:spChg>
        <pc:spChg chg="mod">
          <ac:chgData name="Nadia Fernanda Rios Liza" userId="d12b3a92-16f5-4de3-a1bd-bec5737280dc" providerId="ADAL" clId="{BE41E522-1153-4F13-A0D6-892E22AA55A1}" dt="2026-05-11T03:31:33.439" v="93" actId="20577"/>
          <ac:spMkLst>
            <pc:docMk/>
            <pc:sldMk cId="2217390593" sldId="268"/>
            <ac:spMk id="41" creationId="{00000000-0000-0000-0000-000000000000}"/>
          </ac:spMkLst>
        </pc:spChg>
        <pc:spChg chg="add mod">
          <ac:chgData name="Nadia Fernanda Rios Liza" userId="d12b3a92-16f5-4de3-a1bd-bec5737280dc" providerId="ADAL" clId="{BE41E522-1153-4F13-A0D6-892E22AA55A1}" dt="2026-05-11T04:31:38.325" v="545" actId="14100"/>
          <ac:spMkLst>
            <pc:docMk/>
            <pc:sldMk cId="2217390593" sldId="268"/>
            <ac:spMk id="42" creationId="{42BC92CD-ADBB-4916-B5AB-EE013EA750FB}"/>
          </ac:spMkLst>
        </pc:spChg>
      </pc:sldChg>
      <pc:sldChg chg="modSp add mod">
        <pc:chgData name="Nadia Fernanda Rios Liza" userId="d12b3a92-16f5-4de3-a1bd-bec5737280dc" providerId="ADAL" clId="{BE41E522-1153-4F13-A0D6-892E22AA55A1}" dt="2026-05-11T04:31:58.554" v="547" actId="20577"/>
        <pc:sldMkLst>
          <pc:docMk/>
          <pc:sldMk cId="3224423949" sldId="269"/>
        </pc:sldMkLst>
        <pc:spChg chg="mod">
          <ac:chgData name="Nadia Fernanda Rios Liza" userId="d12b3a92-16f5-4de3-a1bd-bec5737280dc" providerId="ADAL" clId="{BE41E522-1153-4F13-A0D6-892E22AA55A1}" dt="2026-05-11T04:31:58.554" v="547" actId="20577"/>
          <ac:spMkLst>
            <pc:docMk/>
            <pc:sldMk cId="3224423949" sldId="269"/>
            <ac:spMk id="3" creationId="{00000000-0000-0000-0000-000000000000}"/>
          </ac:spMkLst>
        </pc:spChg>
      </pc:sldChg>
      <pc:sldChg chg="addSp delSp modSp add del mod ord setBg">
        <pc:chgData name="Nadia Fernanda Rios Liza" userId="d12b3a92-16f5-4de3-a1bd-bec5737280dc" providerId="ADAL" clId="{BE41E522-1153-4F13-A0D6-892E22AA55A1}" dt="2026-05-11T04:31:08.003" v="524" actId="2696"/>
        <pc:sldMkLst>
          <pc:docMk/>
          <pc:sldMk cId="3323577941" sldId="269"/>
        </pc:sldMkLst>
        <pc:spChg chg="del">
          <ac:chgData name="Nadia Fernanda Rios Liza" userId="d12b3a92-16f5-4de3-a1bd-bec5737280dc" providerId="ADAL" clId="{BE41E522-1153-4F13-A0D6-892E22AA55A1}" dt="2026-05-11T03:44:52.207" v="361" actId="478"/>
          <ac:spMkLst>
            <pc:docMk/>
            <pc:sldMk cId="3323577941" sldId="269"/>
            <ac:spMk id="4" creationId="{00000000-0000-0000-0000-000000000000}"/>
          </ac:spMkLst>
        </pc:spChg>
        <pc:spChg chg="del">
          <ac:chgData name="Nadia Fernanda Rios Liza" userId="d12b3a92-16f5-4de3-a1bd-bec5737280dc" providerId="ADAL" clId="{BE41E522-1153-4F13-A0D6-892E22AA55A1}" dt="2026-05-11T03:44:52.207" v="361" actId="478"/>
          <ac:spMkLst>
            <pc:docMk/>
            <pc:sldMk cId="3323577941" sldId="269"/>
            <ac:spMk id="5" creationId="{00000000-0000-0000-0000-000000000000}"/>
          </ac:spMkLst>
        </pc:spChg>
        <pc:spChg chg="del">
          <ac:chgData name="Nadia Fernanda Rios Liza" userId="d12b3a92-16f5-4de3-a1bd-bec5737280dc" providerId="ADAL" clId="{BE41E522-1153-4F13-A0D6-892E22AA55A1}" dt="2026-05-11T03:44:52.207" v="361" actId="478"/>
          <ac:spMkLst>
            <pc:docMk/>
            <pc:sldMk cId="3323577941" sldId="269"/>
            <ac:spMk id="6" creationId="{00000000-0000-0000-0000-000000000000}"/>
          </ac:spMkLst>
        </pc:spChg>
        <pc:spChg chg="del">
          <ac:chgData name="Nadia Fernanda Rios Liza" userId="d12b3a92-16f5-4de3-a1bd-bec5737280dc" providerId="ADAL" clId="{BE41E522-1153-4F13-A0D6-892E22AA55A1}" dt="2026-05-11T03:44:52.207" v="361" actId="478"/>
          <ac:spMkLst>
            <pc:docMk/>
            <pc:sldMk cId="3323577941" sldId="269"/>
            <ac:spMk id="7" creationId="{00000000-0000-0000-0000-000000000000}"/>
          </ac:spMkLst>
        </pc:spChg>
        <pc:spChg chg="del">
          <ac:chgData name="Nadia Fernanda Rios Liza" userId="d12b3a92-16f5-4de3-a1bd-bec5737280dc" providerId="ADAL" clId="{BE41E522-1153-4F13-A0D6-892E22AA55A1}" dt="2026-05-11T03:44:52.207" v="361" actId="478"/>
          <ac:spMkLst>
            <pc:docMk/>
            <pc:sldMk cId="3323577941" sldId="269"/>
            <ac:spMk id="8" creationId="{00000000-0000-0000-0000-000000000000}"/>
          </ac:spMkLst>
        </pc:spChg>
        <pc:spChg chg="del">
          <ac:chgData name="Nadia Fernanda Rios Liza" userId="d12b3a92-16f5-4de3-a1bd-bec5737280dc" providerId="ADAL" clId="{BE41E522-1153-4F13-A0D6-892E22AA55A1}" dt="2026-05-11T03:44:52.207" v="361" actId="478"/>
          <ac:spMkLst>
            <pc:docMk/>
            <pc:sldMk cId="3323577941" sldId="269"/>
            <ac:spMk id="9" creationId="{00000000-0000-0000-0000-000000000000}"/>
          </ac:spMkLst>
        </pc:spChg>
        <pc:spChg chg="del">
          <ac:chgData name="Nadia Fernanda Rios Liza" userId="d12b3a92-16f5-4de3-a1bd-bec5737280dc" providerId="ADAL" clId="{BE41E522-1153-4F13-A0D6-892E22AA55A1}" dt="2026-05-11T03:44:52.207" v="361" actId="478"/>
          <ac:spMkLst>
            <pc:docMk/>
            <pc:sldMk cId="3323577941" sldId="269"/>
            <ac:spMk id="10" creationId="{00000000-0000-0000-0000-000000000000}"/>
          </ac:spMkLst>
        </pc:spChg>
        <pc:spChg chg="del">
          <ac:chgData name="Nadia Fernanda Rios Liza" userId="d12b3a92-16f5-4de3-a1bd-bec5737280dc" providerId="ADAL" clId="{BE41E522-1153-4F13-A0D6-892E22AA55A1}" dt="2026-05-11T03:44:52.207" v="361" actId="478"/>
          <ac:spMkLst>
            <pc:docMk/>
            <pc:sldMk cId="3323577941" sldId="269"/>
            <ac:spMk id="11" creationId="{00000000-0000-0000-0000-000000000000}"/>
          </ac:spMkLst>
        </pc:spChg>
        <pc:spChg chg="del">
          <ac:chgData name="Nadia Fernanda Rios Liza" userId="d12b3a92-16f5-4de3-a1bd-bec5737280dc" providerId="ADAL" clId="{BE41E522-1153-4F13-A0D6-892E22AA55A1}" dt="2026-05-11T03:44:52.207" v="361" actId="478"/>
          <ac:spMkLst>
            <pc:docMk/>
            <pc:sldMk cId="3323577941" sldId="269"/>
            <ac:spMk id="12" creationId="{00000000-0000-0000-0000-000000000000}"/>
          </ac:spMkLst>
        </pc:spChg>
        <pc:spChg chg="del">
          <ac:chgData name="Nadia Fernanda Rios Liza" userId="d12b3a92-16f5-4de3-a1bd-bec5737280dc" providerId="ADAL" clId="{BE41E522-1153-4F13-A0D6-892E22AA55A1}" dt="2026-05-11T03:44:52.207" v="361" actId="478"/>
          <ac:spMkLst>
            <pc:docMk/>
            <pc:sldMk cId="3323577941" sldId="269"/>
            <ac:spMk id="13" creationId="{00000000-0000-0000-0000-000000000000}"/>
          </ac:spMkLst>
        </pc:spChg>
        <pc:spChg chg="del">
          <ac:chgData name="Nadia Fernanda Rios Liza" userId="d12b3a92-16f5-4de3-a1bd-bec5737280dc" providerId="ADAL" clId="{BE41E522-1153-4F13-A0D6-892E22AA55A1}" dt="2026-05-11T03:44:52.207" v="361" actId="478"/>
          <ac:spMkLst>
            <pc:docMk/>
            <pc:sldMk cId="3323577941" sldId="269"/>
            <ac:spMk id="14" creationId="{00000000-0000-0000-0000-000000000000}"/>
          </ac:spMkLst>
        </pc:spChg>
        <pc:spChg chg="del">
          <ac:chgData name="Nadia Fernanda Rios Liza" userId="d12b3a92-16f5-4de3-a1bd-bec5737280dc" providerId="ADAL" clId="{BE41E522-1153-4F13-A0D6-892E22AA55A1}" dt="2026-05-11T03:44:52.207" v="361" actId="478"/>
          <ac:spMkLst>
            <pc:docMk/>
            <pc:sldMk cId="3323577941" sldId="269"/>
            <ac:spMk id="15" creationId="{00000000-0000-0000-0000-000000000000}"/>
          </ac:spMkLst>
        </pc:spChg>
        <pc:spChg chg="del">
          <ac:chgData name="Nadia Fernanda Rios Liza" userId="d12b3a92-16f5-4de3-a1bd-bec5737280dc" providerId="ADAL" clId="{BE41E522-1153-4F13-A0D6-892E22AA55A1}" dt="2026-05-11T03:44:52.207" v="361" actId="478"/>
          <ac:spMkLst>
            <pc:docMk/>
            <pc:sldMk cId="3323577941" sldId="269"/>
            <ac:spMk id="16" creationId="{00000000-0000-0000-0000-000000000000}"/>
          </ac:spMkLst>
        </pc:spChg>
        <pc:spChg chg="del">
          <ac:chgData name="Nadia Fernanda Rios Liza" userId="d12b3a92-16f5-4de3-a1bd-bec5737280dc" providerId="ADAL" clId="{BE41E522-1153-4F13-A0D6-892E22AA55A1}" dt="2026-05-11T03:44:52.207" v="361" actId="478"/>
          <ac:spMkLst>
            <pc:docMk/>
            <pc:sldMk cId="3323577941" sldId="269"/>
            <ac:spMk id="17" creationId="{00000000-0000-0000-0000-000000000000}"/>
          </ac:spMkLst>
        </pc:spChg>
        <pc:spChg chg="del">
          <ac:chgData name="Nadia Fernanda Rios Liza" userId="d12b3a92-16f5-4de3-a1bd-bec5737280dc" providerId="ADAL" clId="{BE41E522-1153-4F13-A0D6-892E22AA55A1}" dt="2026-05-11T03:44:52.207" v="361" actId="478"/>
          <ac:spMkLst>
            <pc:docMk/>
            <pc:sldMk cId="3323577941" sldId="269"/>
            <ac:spMk id="18" creationId="{00000000-0000-0000-0000-000000000000}"/>
          </ac:spMkLst>
        </pc:spChg>
        <pc:spChg chg="del">
          <ac:chgData name="Nadia Fernanda Rios Liza" userId="d12b3a92-16f5-4de3-a1bd-bec5737280dc" providerId="ADAL" clId="{BE41E522-1153-4F13-A0D6-892E22AA55A1}" dt="2026-05-11T03:44:52.207" v="361" actId="478"/>
          <ac:spMkLst>
            <pc:docMk/>
            <pc:sldMk cId="3323577941" sldId="269"/>
            <ac:spMk id="19" creationId="{00000000-0000-0000-0000-000000000000}"/>
          </ac:spMkLst>
        </pc:spChg>
        <pc:spChg chg="del">
          <ac:chgData name="Nadia Fernanda Rios Liza" userId="d12b3a92-16f5-4de3-a1bd-bec5737280dc" providerId="ADAL" clId="{BE41E522-1153-4F13-A0D6-892E22AA55A1}" dt="2026-05-11T03:44:52.207" v="361" actId="478"/>
          <ac:spMkLst>
            <pc:docMk/>
            <pc:sldMk cId="3323577941" sldId="269"/>
            <ac:spMk id="20" creationId="{00000000-0000-0000-0000-000000000000}"/>
          </ac:spMkLst>
        </pc:spChg>
        <pc:spChg chg="del">
          <ac:chgData name="Nadia Fernanda Rios Liza" userId="d12b3a92-16f5-4de3-a1bd-bec5737280dc" providerId="ADAL" clId="{BE41E522-1153-4F13-A0D6-892E22AA55A1}" dt="2026-05-11T03:44:52.207" v="361" actId="478"/>
          <ac:spMkLst>
            <pc:docMk/>
            <pc:sldMk cId="3323577941" sldId="269"/>
            <ac:spMk id="21" creationId="{00000000-0000-0000-0000-000000000000}"/>
          </ac:spMkLst>
        </pc:spChg>
        <pc:spChg chg="del">
          <ac:chgData name="Nadia Fernanda Rios Liza" userId="d12b3a92-16f5-4de3-a1bd-bec5737280dc" providerId="ADAL" clId="{BE41E522-1153-4F13-A0D6-892E22AA55A1}" dt="2026-05-11T03:44:52.207" v="361" actId="478"/>
          <ac:spMkLst>
            <pc:docMk/>
            <pc:sldMk cId="3323577941" sldId="269"/>
            <ac:spMk id="22" creationId="{00000000-0000-0000-0000-000000000000}"/>
          </ac:spMkLst>
        </pc:spChg>
        <pc:spChg chg="del">
          <ac:chgData name="Nadia Fernanda Rios Liza" userId="d12b3a92-16f5-4de3-a1bd-bec5737280dc" providerId="ADAL" clId="{BE41E522-1153-4F13-A0D6-892E22AA55A1}" dt="2026-05-11T03:44:52.207" v="361" actId="478"/>
          <ac:spMkLst>
            <pc:docMk/>
            <pc:sldMk cId="3323577941" sldId="269"/>
            <ac:spMk id="23" creationId="{00000000-0000-0000-0000-000000000000}"/>
          </ac:spMkLst>
        </pc:spChg>
        <pc:spChg chg="del">
          <ac:chgData name="Nadia Fernanda Rios Liza" userId="d12b3a92-16f5-4de3-a1bd-bec5737280dc" providerId="ADAL" clId="{BE41E522-1153-4F13-A0D6-892E22AA55A1}" dt="2026-05-11T03:44:52.207" v="361" actId="478"/>
          <ac:spMkLst>
            <pc:docMk/>
            <pc:sldMk cId="3323577941" sldId="269"/>
            <ac:spMk id="24" creationId="{00000000-0000-0000-0000-000000000000}"/>
          </ac:spMkLst>
        </pc:spChg>
        <pc:spChg chg="del">
          <ac:chgData name="Nadia Fernanda Rios Liza" userId="d12b3a92-16f5-4de3-a1bd-bec5737280dc" providerId="ADAL" clId="{BE41E522-1153-4F13-A0D6-892E22AA55A1}" dt="2026-05-11T03:44:52.207" v="361" actId="478"/>
          <ac:spMkLst>
            <pc:docMk/>
            <pc:sldMk cId="3323577941" sldId="269"/>
            <ac:spMk id="25" creationId="{00000000-0000-0000-0000-000000000000}"/>
          </ac:spMkLst>
        </pc:spChg>
        <pc:spChg chg="del">
          <ac:chgData name="Nadia Fernanda Rios Liza" userId="d12b3a92-16f5-4de3-a1bd-bec5737280dc" providerId="ADAL" clId="{BE41E522-1153-4F13-A0D6-892E22AA55A1}" dt="2026-05-11T03:44:52.207" v="361" actId="478"/>
          <ac:spMkLst>
            <pc:docMk/>
            <pc:sldMk cId="3323577941" sldId="269"/>
            <ac:spMk id="26" creationId="{00000000-0000-0000-0000-000000000000}"/>
          </ac:spMkLst>
        </pc:spChg>
        <pc:spChg chg="del">
          <ac:chgData name="Nadia Fernanda Rios Liza" userId="d12b3a92-16f5-4de3-a1bd-bec5737280dc" providerId="ADAL" clId="{BE41E522-1153-4F13-A0D6-892E22AA55A1}" dt="2026-05-11T03:44:52.207" v="361" actId="478"/>
          <ac:spMkLst>
            <pc:docMk/>
            <pc:sldMk cId="3323577941" sldId="269"/>
            <ac:spMk id="27" creationId="{00000000-0000-0000-0000-000000000000}"/>
          </ac:spMkLst>
        </pc:spChg>
        <pc:spChg chg="del">
          <ac:chgData name="Nadia Fernanda Rios Liza" userId="d12b3a92-16f5-4de3-a1bd-bec5737280dc" providerId="ADAL" clId="{BE41E522-1153-4F13-A0D6-892E22AA55A1}" dt="2026-05-11T03:44:52.207" v="361" actId="478"/>
          <ac:spMkLst>
            <pc:docMk/>
            <pc:sldMk cId="3323577941" sldId="269"/>
            <ac:spMk id="28" creationId="{00000000-0000-0000-0000-000000000000}"/>
          </ac:spMkLst>
        </pc:spChg>
        <pc:spChg chg="del">
          <ac:chgData name="Nadia Fernanda Rios Liza" userId="d12b3a92-16f5-4de3-a1bd-bec5737280dc" providerId="ADAL" clId="{BE41E522-1153-4F13-A0D6-892E22AA55A1}" dt="2026-05-11T03:44:52.207" v="361" actId="478"/>
          <ac:spMkLst>
            <pc:docMk/>
            <pc:sldMk cId="3323577941" sldId="269"/>
            <ac:spMk id="29" creationId="{00000000-0000-0000-0000-000000000000}"/>
          </ac:spMkLst>
        </pc:spChg>
        <pc:spChg chg="del">
          <ac:chgData name="Nadia Fernanda Rios Liza" userId="d12b3a92-16f5-4de3-a1bd-bec5737280dc" providerId="ADAL" clId="{BE41E522-1153-4F13-A0D6-892E22AA55A1}" dt="2026-05-11T03:44:52.207" v="361" actId="478"/>
          <ac:spMkLst>
            <pc:docMk/>
            <pc:sldMk cId="3323577941" sldId="269"/>
            <ac:spMk id="30" creationId="{00000000-0000-0000-0000-000000000000}"/>
          </ac:spMkLst>
        </pc:spChg>
        <pc:spChg chg="del">
          <ac:chgData name="Nadia Fernanda Rios Liza" userId="d12b3a92-16f5-4de3-a1bd-bec5737280dc" providerId="ADAL" clId="{BE41E522-1153-4F13-A0D6-892E22AA55A1}" dt="2026-05-11T03:44:52.207" v="361" actId="478"/>
          <ac:spMkLst>
            <pc:docMk/>
            <pc:sldMk cId="3323577941" sldId="269"/>
            <ac:spMk id="31" creationId="{00000000-0000-0000-0000-000000000000}"/>
          </ac:spMkLst>
        </pc:spChg>
        <pc:spChg chg="del">
          <ac:chgData name="Nadia Fernanda Rios Liza" userId="d12b3a92-16f5-4de3-a1bd-bec5737280dc" providerId="ADAL" clId="{BE41E522-1153-4F13-A0D6-892E22AA55A1}" dt="2026-05-11T03:44:52.207" v="361" actId="478"/>
          <ac:spMkLst>
            <pc:docMk/>
            <pc:sldMk cId="3323577941" sldId="269"/>
            <ac:spMk id="32" creationId="{00000000-0000-0000-0000-000000000000}"/>
          </ac:spMkLst>
        </pc:spChg>
        <pc:spChg chg="del">
          <ac:chgData name="Nadia Fernanda Rios Liza" userId="d12b3a92-16f5-4de3-a1bd-bec5737280dc" providerId="ADAL" clId="{BE41E522-1153-4F13-A0D6-892E22AA55A1}" dt="2026-05-11T03:44:52.207" v="361" actId="478"/>
          <ac:spMkLst>
            <pc:docMk/>
            <pc:sldMk cId="3323577941" sldId="269"/>
            <ac:spMk id="33" creationId="{00000000-0000-0000-0000-000000000000}"/>
          </ac:spMkLst>
        </pc:spChg>
        <pc:spChg chg="del">
          <ac:chgData name="Nadia Fernanda Rios Liza" userId="d12b3a92-16f5-4de3-a1bd-bec5737280dc" providerId="ADAL" clId="{BE41E522-1153-4F13-A0D6-892E22AA55A1}" dt="2026-05-11T03:44:52.207" v="361" actId="478"/>
          <ac:spMkLst>
            <pc:docMk/>
            <pc:sldMk cId="3323577941" sldId="269"/>
            <ac:spMk id="34" creationId="{00000000-0000-0000-0000-000000000000}"/>
          </ac:spMkLst>
        </pc:spChg>
        <pc:spChg chg="del">
          <ac:chgData name="Nadia Fernanda Rios Liza" userId="d12b3a92-16f5-4de3-a1bd-bec5737280dc" providerId="ADAL" clId="{BE41E522-1153-4F13-A0D6-892E22AA55A1}" dt="2026-05-11T03:44:52.207" v="361" actId="478"/>
          <ac:spMkLst>
            <pc:docMk/>
            <pc:sldMk cId="3323577941" sldId="269"/>
            <ac:spMk id="35" creationId="{00000000-0000-0000-0000-000000000000}"/>
          </ac:spMkLst>
        </pc:spChg>
        <pc:spChg chg="del">
          <ac:chgData name="Nadia Fernanda Rios Liza" userId="d12b3a92-16f5-4de3-a1bd-bec5737280dc" providerId="ADAL" clId="{BE41E522-1153-4F13-A0D6-892E22AA55A1}" dt="2026-05-11T03:44:52.207" v="361" actId="478"/>
          <ac:spMkLst>
            <pc:docMk/>
            <pc:sldMk cId="3323577941" sldId="269"/>
            <ac:spMk id="36" creationId="{00000000-0000-0000-0000-000000000000}"/>
          </ac:spMkLst>
        </pc:spChg>
        <pc:spChg chg="del">
          <ac:chgData name="Nadia Fernanda Rios Liza" userId="d12b3a92-16f5-4de3-a1bd-bec5737280dc" providerId="ADAL" clId="{BE41E522-1153-4F13-A0D6-892E22AA55A1}" dt="2026-05-11T03:44:52.207" v="361" actId="478"/>
          <ac:spMkLst>
            <pc:docMk/>
            <pc:sldMk cId="3323577941" sldId="269"/>
            <ac:spMk id="37" creationId="{00000000-0000-0000-0000-000000000000}"/>
          </ac:spMkLst>
        </pc:spChg>
        <pc:spChg chg="del">
          <ac:chgData name="Nadia Fernanda Rios Liza" userId="d12b3a92-16f5-4de3-a1bd-bec5737280dc" providerId="ADAL" clId="{BE41E522-1153-4F13-A0D6-892E22AA55A1}" dt="2026-05-11T03:44:52.207" v="361" actId="478"/>
          <ac:spMkLst>
            <pc:docMk/>
            <pc:sldMk cId="3323577941" sldId="269"/>
            <ac:spMk id="38" creationId="{00000000-0000-0000-0000-000000000000}"/>
          </ac:spMkLst>
        </pc:spChg>
        <pc:spChg chg="del">
          <ac:chgData name="Nadia Fernanda Rios Liza" userId="d12b3a92-16f5-4de3-a1bd-bec5737280dc" providerId="ADAL" clId="{BE41E522-1153-4F13-A0D6-892E22AA55A1}" dt="2026-05-11T03:44:52.207" v="361" actId="478"/>
          <ac:spMkLst>
            <pc:docMk/>
            <pc:sldMk cId="3323577941" sldId="269"/>
            <ac:spMk id="39" creationId="{00000000-0000-0000-0000-000000000000}"/>
          </ac:spMkLst>
        </pc:spChg>
        <pc:spChg chg="del">
          <ac:chgData name="Nadia Fernanda Rios Liza" userId="d12b3a92-16f5-4de3-a1bd-bec5737280dc" providerId="ADAL" clId="{BE41E522-1153-4F13-A0D6-892E22AA55A1}" dt="2026-05-11T03:44:52.207" v="361" actId="478"/>
          <ac:spMkLst>
            <pc:docMk/>
            <pc:sldMk cId="3323577941" sldId="269"/>
            <ac:spMk id="40" creationId="{00000000-0000-0000-0000-000000000000}"/>
          </ac:spMkLst>
        </pc:spChg>
        <pc:spChg chg="del">
          <ac:chgData name="Nadia Fernanda Rios Liza" userId="d12b3a92-16f5-4de3-a1bd-bec5737280dc" providerId="ADAL" clId="{BE41E522-1153-4F13-A0D6-892E22AA55A1}" dt="2026-05-11T03:44:52.207" v="361" actId="478"/>
          <ac:spMkLst>
            <pc:docMk/>
            <pc:sldMk cId="3323577941" sldId="269"/>
            <ac:spMk id="41" creationId="{00000000-0000-0000-0000-000000000000}"/>
          </ac:spMkLst>
        </pc:spChg>
        <pc:spChg chg="del">
          <ac:chgData name="Nadia Fernanda Rios Liza" userId="d12b3a92-16f5-4de3-a1bd-bec5737280dc" providerId="ADAL" clId="{BE41E522-1153-4F13-A0D6-892E22AA55A1}" dt="2026-05-11T03:44:52.207" v="361" actId="478"/>
          <ac:spMkLst>
            <pc:docMk/>
            <pc:sldMk cId="3323577941" sldId="269"/>
            <ac:spMk id="42" creationId="{00000000-0000-0000-0000-000000000000}"/>
          </ac:spMkLst>
        </pc:spChg>
        <pc:spChg chg="del">
          <ac:chgData name="Nadia Fernanda Rios Liza" userId="d12b3a92-16f5-4de3-a1bd-bec5737280dc" providerId="ADAL" clId="{BE41E522-1153-4F13-A0D6-892E22AA55A1}" dt="2026-05-11T03:44:52.207" v="361" actId="478"/>
          <ac:spMkLst>
            <pc:docMk/>
            <pc:sldMk cId="3323577941" sldId="269"/>
            <ac:spMk id="43" creationId="{00000000-0000-0000-0000-000000000000}"/>
          </ac:spMkLst>
        </pc:spChg>
        <pc:spChg chg="del">
          <ac:chgData name="Nadia Fernanda Rios Liza" userId="d12b3a92-16f5-4de3-a1bd-bec5737280dc" providerId="ADAL" clId="{BE41E522-1153-4F13-A0D6-892E22AA55A1}" dt="2026-05-11T03:44:52.207" v="361" actId="478"/>
          <ac:spMkLst>
            <pc:docMk/>
            <pc:sldMk cId="3323577941" sldId="269"/>
            <ac:spMk id="44" creationId="{00000000-0000-0000-0000-000000000000}"/>
          </ac:spMkLst>
        </pc:spChg>
        <pc:spChg chg="del">
          <ac:chgData name="Nadia Fernanda Rios Liza" userId="d12b3a92-16f5-4de3-a1bd-bec5737280dc" providerId="ADAL" clId="{BE41E522-1153-4F13-A0D6-892E22AA55A1}" dt="2026-05-11T03:44:52.207" v="361" actId="478"/>
          <ac:spMkLst>
            <pc:docMk/>
            <pc:sldMk cId="3323577941" sldId="269"/>
            <ac:spMk id="45" creationId="{00000000-0000-0000-0000-000000000000}"/>
          </ac:spMkLst>
        </pc:spChg>
        <pc:spChg chg="del">
          <ac:chgData name="Nadia Fernanda Rios Liza" userId="d12b3a92-16f5-4de3-a1bd-bec5737280dc" providerId="ADAL" clId="{BE41E522-1153-4F13-A0D6-892E22AA55A1}" dt="2026-05-11T03:44:52.207" v="361" actId="478"/>
          <ac:spMkLst>
            <pc:docMk/>
            <pc:sldMk cId="3323577941" sldId="269"/>
            <ac:spMk id="46" creationId="{00000000-0000-0000-0000-000000000000}"/>
          </ac:spMkLst>
        </pc:spChg>
        <pc:spChg chg="del">
          <ac:chgData name="Nadia Fernanda Rios Liza" userId="d12b3a92-16f5-4de3-a1bd-bec5737280dc" providerId="ADAL" clId="{BE41E522-1153-4F13-A0D6-892E22AA55A1}" dt="2026-05-11T03:44:52.207" v="361" actId="478"/>
          <ac:spMkLst>
            <pc:docMk/>
            <pc:sldMk cId="3323577941" sldId="269"/>
            <ac:spMk id="47" creationId="{00000000-0000-0000-0000-000000000000}"/>
          </ac:spMkLst>
        </pc:spChg>
        <pc:spChg chg="mod">
          <ac:chgData name="Nadia Fernanda Rios Liza" userId="d12b3a92-16f5-4de3-a1bd-bec5737280dc" providerId="ADAL" clId="{BE41E522-1153-4F13-A0D6-892E22AA55A1}" dt="2026-05-11T03:44:49.219" v="360" actId="1076"/>
          <ac:spMkLst>
            <pc:docMk/>
            <pc:sldMk cId="3323577941" sldId="269"/>
            <ac:spMk id="50" creationId="{00000000-0000-0000-0000-000000000000}"/>
          </ac:spMkLst>
        </pc:spChg>
        <pc:graphicFrameChg chg="add del mod modGraphic">
          <ac:chgData name="Nadia Fernanda Rios Liza" userId="d12b3a92-16f5-4de3-a1bd-bec5737280dc" providerId="ADAL" clId="{BE41E522-1153-4F13-A0D6-892E22AA55A1}" dt="2026-05-11T03:58:18.006" v="368" actId="478"/>
          <ac:graphicFrameMkLst>
            <pc:docMk/>
            <pc:sldMk cId="3323577941" sldId="269"/>
            <ac:graphicFrameMk id="51" creationId="{D1149949-B4A0-40B1-8AEA-C94B1DF6E3A5}"/>
          </ac:graphicFrameMkLst>
        </pc:graphicFrameChg>
        <pc:picChg chg="add del mod">
          <ac:chgData name="Nadia Fernanda Rios Liza" userId="d12b3a92-16f5-4de3-a1bd-bec5737280dc" providerId="ADAL" clId="{BE41E522-1153-4F13-A0D6-892E22AA55A1}" dt="2026-05-11T04:18:34.541" v="407" actId="21"/>
          <ac:picMkLst>
            <pc:docMk/>
            <pc:sldMk cId="3323577941" sldId="269"/>
            <ac:picMk id="53" creationId="{0B6473FC-FD46-4274-9218-7E8E92E2E37B}"/>
          </ac:picMkLst>
        </pc:picChg>
        <pc:picChg chg="add del mod">
          <ac:chgData name="Nadia Fernanda Rios Liza" userId="d12b3a92-16f5-4de3-a1bd-bec5737280dc" providerId="ADAL" clId="{BE41E522-1153-4F13-A0D6-892E22AA55A1}" dt="2026-05-11T04:18:34.541" v="407" actId="21"/>
          <ac:picMkLst>
            <pc:docMk/>
            <pc:sldMk cId="3323577941" sldId="269"/>
            <ac:picMk id="54" creationId="{F10E9D87-1E2E-473E-B772-70CA9BF7F3B0}"/>
          </ac:picMkLst>
        </pc:picChg>
        <pc:picChg chg="add mod">
          <ac:chgData name="Nadia Fernanda Rios Liza" userId="d12b3a92-16f5-4de3-a1bd-bec5737280dc" providerId="ADAL" clId="{BE41E522-1153-4F13-A0D6-892E22AA55A1}" dt="2026-05-11T04:14:15.789" v="375" actId="14100"/>
          <ac:picMkLst>
            <pc:docMk/>
            <pc:sldMk cId="3323577941" sldId="269"/>
            <ac:picMk id="55" creationId="{0229529E-D235-487E-85AD-0C84DF56B1B3}"/>
          </ac:picMkLst>
        </pc:picChg>
        <pc:picChg chg="add del mod modCrop">
          <ac:chgData name="Nadia Fernanda Rios Liza" userId="d12b3a92-16f5-4de3-a1bd-bec5737280dc" providerId="ADAL" clId="{BE41E522-1153-4F13-A0D6-892E22AA55A1}" dt="2026-05-11T04:18:31.062" v="405" actId="478"/>
          <ac:picMkLst>
            <pc:docMk/>
            <pc:sldMk cId="3323577941" sldId="269"/>
            <ac:picMk id="57" creationId="{0A57D9FD-A4EC-45FD-910A-8E2200C2C442}"/>
          </ac:picMkLst>
        </pc:picChg>
        <pc:picChg chg="add del mod modCrop">
          <ac:chgData name="Nadia Fernanda Rios Liza" userId="d12b3a92-16f5-4de3-a1bd-bec5737280dc" providerId="ADAL" clId="{BE41E522-1153-4F13-A0D6-892E22AA55A1}" dt="2026-05-11T04:18:27.520" v="401"/>
          <ac:picMkLst>
            <pc:docMk/>
            <pc:sldMk cId="3323577941" sldId="269"/>
            <ac:picMk id="58" creationId="{62EAA5DA-E5EE-4BDD-AC64-40E4665D769E}"/>
          </ac:picMkLst>
        </pc:picChg>
        <pc:picChg chg="add del mod">
          <ac:chgData name="Nadia Fernanda Rios Liza" userId="d12b3a92-16f5-4de3-a1bd-bec5737280dc" providerId="ADAL" clId="{BE41E522-1153-4F13-A0D6-892E22AA55A1}" dt="2026-05-11T04:18:26.358" v="396" actId="22"/>
          <ac:picMkLst>
            <pc:docMk/>
            <pc:sldMk cId="3323577941" sldId="269"/>
            <ac:picMk id="60" creationId="{106C4DBA-5C3E-44A3-8155-BBCDA987A20E}"/>
          </ac:picMkLst>
        </pc:picChg>
        <pc:picChg chg="add mod">
          <ac:chgData name="Nadia Fernanda Rios Liza" userId="d12b3a92-16f5-4de3-a1bd-bec5737280dc" providerId="ADAL" clId="{BE41E522-1153-4F13-A0D6-892E22AA55A1}" dt="2026-05-11T04:30:33.723" v="490" actId="1035"/>
          <ac:picMkLst>
            <pc:docMk/>
            <pc:sldMk cId="3323577941" sldId="269"/>
            <ac:picMk id="61" creationId="{58EE5DAA-4A10-4A79-96B4-FB3715429673}"/>
          </ac:picMkLst>
        </pc:picChg>
        <pc:picChg chg="add mod">
          <ac:chgData name="Nadia Fernanda Rios Liza" userId="d12b3a92-16f5-4de3-a1bd-bec5737280dc" providerId="ADAL" clId="{BE41E522-1153-4F13-A0D6-892E22AA55A1}" dt="2026-05-11T04:30:44.347" v="494" actId="1035"/>
          <ac:picMkLst>
            <pc:docMk/>
            <pc:sldMk cId="3323577941" sldId="269"/>
            <ac:picMk id="62" creationId="{BFE9133C-54BE-4709-8489-C4A9410BE99C}"/>
          </ac:picMkLst>
        </pc:picChg>
        <pc:picChg chg="add del mod modCrop">
          <ac:chgData name="Nadia Fernanda Rios Liza" userId="d12b3a92-16f5-4de3-a1bd-bec5737280dc" providerId="ADAL" clId="{BE41E522-1153-4F13-A0D6-892E22AA55A1}" dt="2026-05-11T04:31:00.716" v="508" actId="1037"/>
          <ac:picMkLst>
            <pc:docMk/>
            <pc:sldMk cId="3323577941" sldId="269"/>
            <ac:picMk id="63" creationId="{50C0D016-623F-4BF5-B085-DA6F739811BF}"/>
          </ac:picMkLst>
        </pc:picChg>
        <pc:picChg chg="add mod modCrop">
          <ac:chgData name="Nadia Fernanda Rios Liza" userId="d12b3a92-16f5-4de3-a1bd-bec5737280dc" providerId="ADAL" clId="{BE41E522-1153-4F13-A0D6-892E22AA55A1}" dt="2026-05-11T04:31:03.835" v="523" actId="1037"/>
          <ac:picMkLst>
            <pc:docMk/>
            <pc:sldMk cId="3323577941" sldId="269"/>
            <ac:picMk id="64" creationId="{DECAD425-2637-4A1B-AAE0-75AEE1146798}"/>
          </ac:picMkLst>
        </pc:picChg>
      </pc:sldChg>
      <pc:sldChg chg="add mod modShow">
        <pc:chgData name="Nadia Fernanda Rios Liza" userId="d12b3a92-16f5-4de3-a1bd-bec5737280dc" providerId="ADAL" clId="{BE41E522-1153-4F13-A0D6-892E22AA55A1}" dt="2026-05-11T04:34:07.866" v="625" actId="729"/>
        <pc:sldMkLst>
          <pc:docMk/>
          <pc:sldMk cId="2810351992" sldId="270"/>
        </pc:sldMkLst>
      </pc:sldChg>
      <pc:sldChg chg="addSp delSp modSp add mod modShow modNotesTx">
        <pc:chgData name="Nadia Fernanda Rios Liza" userId="d12b3a92-16f5-4de3-a1bd-bec5737280dc" providerId="ADAL" clId="{BE41E522-1153-4F13-A0D6-892E22AA55A1}" dt="2026-05-11T05:00:17.238" v="813" actId="13926"/>
        <pc:sldMkLst>
          <pc:docMk/>
          <pc:sldMk cId="1082984058" sldId="271"/>
        </pc:sldMkLst>
        <pc:spChg chg="del">
          <ac:chgData name="Nadia Fernanda Rios Liza" userId="d12b3a92-16f5-4de3-a1bd-bec5737280dc" providerId="ADAL" clId="{BE41E522-1153-4F13-A0D6-892E22AA55A1}" dt="2026-05-11T04:55:49.711" v="714" actId="478"/>
          <ac:spMkLst>
            <pc:docMk/>
            <pc:sldMk cId="1082984058" sldId="271"/>
            <ac:spMk id="6" creationId="{00000000-0000-0000-0000-000000000000}"/>
          </ac:spMkLst>
        </pc:spChg>
        <pc:spChg chg="del">
          <ac:chgData name="Nadia Fernanda Rios Liza" userId="d12b3a92-16f5-4de3-a1bd-bec5737280dc" providerId="ADAL" clId="{BE41E522-1153-4F13-A0D6-892E22AA55A1}" dt="2026-05-11T04:55:49.711" v="714" actId="478"/>
          <ac:spMkLst>
            <pc:docMk/>
            <pc:sldMk cId="1082984058" sldId="271"/>
            <ac:spMk id="7" creationId="{00000000-0000-0000-0000-000000000000}"/>
          </ac:spMkLst>
        </pc:spChg>
        <pc:spChg chg="del">
          <ac:chgData name="Nadia Fernanda Rios Liza" userId="d12b3a92-16f5-4de3-a1bd-bec5737280dc" providerId="ADAL" clId="{BE41E522-1153-4F13-A0D6-892E22AA55A1}" dt="2026-05-11T04:55:49.711" v="714" actId="478"/>
          <ac:spMkLst>
            <pc:docMk/>
            <pc:sldMk cId="1082984058" sldId="271"/>
            <ac:spMk id="8" creationId="{00000000-0000-0000-0000-000000000000}"/>
          </ac:spMkLst>
        </pc:spChg>
        <pc:spChg chg="del">
          <ac:chgData name="Nadia Fernanda Rios Liza" userId="d12b3a92-16f5-4de3-a1bd-bec5737280dc" providerId="ADAL" clId="{BE41E522-1153-4F13-A0D6-892E22AA55A1}" dt="2026-05-11T04:55:49.711" v="714" actId="478"/>
          <ac:spMkLst>
            <pc:docMk/>
            <pc:sldMk cId="1082984058" sldId="271"/>
            <ac:spMk id="9" creationId="{00000000-0000-0000-0000-000000000000}"/>
          </ac:spMkLst>
        </pc:spChg>
        <pc:spChg chg="del">
          <ac:chgData name="Nadia Fernanda Rios Liza" userId="d12b3a92-16f5-4de3-a1bd-bec5737280dc" providerId="ADAL" clId="{BE41E522-1153-4F13-A0D6-892E22AA55A1}" dt="2026-05-11T04:55:49.711" v="714" actId="478"/>
          <ac:spMkLst>
            <pc:docMk/>
            <pc:sldMk cId="1082984058" sldId="271"/>
            <ac:spMk id="10" creationId="{00000000-0000-0000-0000-000000000000}"/>
          </ac:spMkLst>
        </pc:spChg>
        <pc:spChg chg="del">
          <ac:chgData name="Nadia Fernanda Rios Liza" userId="d12b3a92-16f5-4de3-a1bd-bec5737280dc" providerId="ADAL" clId="{BE41E522-1153-4F13-A0D6-892E22AA55A1}" dt="2026-05-11T04:55:49.711" v="714" actId="478"/>
          <ac:spMkLst>
            <pc:docMk/>
            <pc:sldMk cId="1082984058" sldId="271"/>
            <ac:spMk id="11" creationId="{00000000-0000-0000-0000-000000000000}"/>
          </ac:spMkLst>
        </pc:spChg>
        <pc:spChg chg="del">
          <ac:chgData name="Nadia Fernanda Rios Liza" userId="d12b3a92-16f5-4de3-a1bd-bec5737280dc" providerId="ADAL" clId="{BE41E522-1153-4F13-A0D6-892E22AA55A1}" dt="2026-05-11T04:55:49.711" v="714" actId="478"/>
          <ac:spMkLst>
            <pc:docMk/>
            <pc:sldMk cId="1082984058" sldId="271"/>
            <ac:spMk id="12" creationId="{00000000-0000-0000-0000-000000000000}"/>
          </ac:spMkLst>
        </pc:spChg>
        <pc:spChg chg="del">
          <ac:chgData name="Nadia Fernanda Rios Liza" userId="d12b3a92-16f5-4de3-a1bd-bec5737280dc" providerId="ADAL" clId="{BE41E522-1153-4F13-A0D6-892E22AA55A1}" dt="2026-05-11T04:55:49.711" v="714" actId="478"/>
          <ac:spMkLst>
            <pc:docMk/>
            <pc:sldMk cId="1082984058" sldId="271"/>
            <ac:spMk id="13" creationId="{00000000-0000-0000-0000-000000000000}"/>
          </ac:spMkLst>
        </pc:spChg>
        <pc:spChg chg="add mod">
          <ac:chgData name="Nadia Fernanda Rios Liza" userId="d12b3a92-16f5-4de3-a1bd-bec5737280dc" providerId="ADAL" clId="{BE41E522-1153-4F13-A0D6-892E22AA55A1}" dt="2026-05-11T05:00:17.238" v="813" actId="13926"/>
          <ac:spMkLst>
            <pc:docMk/>
            <pc:sldMk cId="1082984058" sldId="271"/>
            <ac:spMk id="22" creationId="{970DF977-236B-41F3-8A0A-4FC9D7EBE4D9}"/>
          </ac:spMkLst>
        </pc:spChg>
        <pc:spChg chg="del">
          <ac:chgData name="Nadia Fernanda Rios Liza" userId="d12b3a92-16f5-4de3-a1bd-bec5737280dc" providerId="ADAL" clId="{BE41E522-1153-4F13-A0D6-892E22AA55A1}" dt="2026-05-11T04:55:49.711" v="714" actId="478"/>
          <ac:spMkLst>
            <pc:docMk/>
            <pc:sldMk cId="1082984058" sldId="271"/>
            <ac:spMk id="37" creationId="{BEEEDC03-44D9-4F5F-A6DC-8A45A4FFD750}"/>
          </ac:spMkLst>
        </pc:spChg>
        <pc:graphicFrameChg chg="del">
          <ac:chgData name="Nadia Fernanda Rios Liza" userId="d12b3a92-16f5-4de3-a1bd-bec5737280dc" providerId="ADAL" clId="{BE41E522-1153-4F13-A0D6-892E22AA55A1}" dt="2026-05-11T04:55:49.711" v="714" actId="478"/>
          <ac:graphicFrameMkLst>
            <pc:docMk/>
            <pc:sldMk cId="1082984058" sldId="271"/>
            <ac:graphicFrameMk id="35" creationId="{21875F47-6291-4E39-95E1-7D9791818D67}"/>
          </ac:graphicFrameMkLst>
        </pc:graphicFrameChg>
        <pc:picChg chg="add mod modCrop">
          <ac:chgData name="Nadia Fernanda Rios Liza" userId="d12b3a92-16f5-4de3-a1bd-bec5737280dc" providerId="ADAL" clId="{BE41E522-1153-4F13-A0D6-892E22AA55A1}" dt="2026-05-11T04:57:41.590" v="784" actId="1036"/>
          <ac:picMkLst>
            <pc:docMk/>
            <pc:sldMk cId="1082984058" sldId="271"/>
            <ac:picMk id="15" creationId="{05291CB2-A862-4CF5-B65F-588B5283F2DE}"/>
          </ac:picMkLst>
        </pc:picChg>
        <pc:picChg chg="add mod modCrop">
          <ac:chgData name="Nadia Fernanda Rios Liza" userId="d12b3a92-16f5-4de3-a1bd-bec5737280dc" providerId="ADAL" clId="{BE41E522-1153-4F13-A0D6-892E22AA55A1}" dt="2026-05-11T04:57:41.590" v="784" actId="1036"/>
          <ac:picMkLst>
            <pc:docMk/>
            <pc:sldMk cId="1082984058" sldId="271"/>
            <ac:picMk id="20" creationId="{928497A0-CF8B-4552-AFD4-2BCAE244CFD5}"/>
          </ac:picMkLst>
        </pc:picChg>
      </pc:sldChg>
      <pc:sldChg chg="add">
        <pc:chgData name="Nadia Fernanda Rios Liza" userId="d12b3a92-16f5-4de3-a1bd-bec5737280dc" providerId="ADAL" clId="{BE41E522-1153-4F13-A0D6-892E22AA55A1}" dt="2026-05-11T05:21:44.765" v="1141"/>
        <pc:sldMkLst>
          <pc:docMk/>
          <pc:sldMk cId="3537369742" sldId="284"/>
        </pc:sldMkLst>
      </pc:sldChg>
      <pc:sldChg chg="addSp delSp modSp add mod setBg">
        <pc:chgData name="Nadia Fernanda Rios Liza" userId="d12b3a92-16f5-4de3-a1bd-bec5737280dc" providerId="ADAL" clId="{BE41E522-1153-4F13-A0D6-892E22AA55A1}" dt="2026-05-11T06:01:55.689" v="1497" actId="20577"/>
        <pc:sldMkLst>
          <pc:docMk/>
          <pc:sldMk cId="125780877" sldId="285"/>
        </pc:sldMkLst>
        <pc:spChg chg="del">
          <ac:chgData name="Nadia Fernanda Rios Liza" userId="d12b3a92-16f5-4de3-a1bd-bec5737280dc" providerId="ADAL" clId="{BE41E522-1153-4F13-A0D6-892E22AA55A1}" dt="2026-05-11T06:00:27.516" v="1493" actId="478"/>
          <ac:spMkLst>
            <pc:docMk/>
            <pc:sldMk cId="125780877" sldId="285"/>
            <ac:spMk id="3" creationId="{00000000-0000-0000-0000-000000000000}"/>
          </ac:spMkLst>
        </pc:spChg>
        <pc:spChg chg="add mod">
          <ac:chgData name="Nadia Fernanda Rios Liza" userId="d12b3a92-16f5-4de3-a1bd-bec5737280dc" providerId="ADAL" clId="{BE41E522-1153-4F13-A0D6-892E22AA55A1}" dt="2026-05-11T06:00:27.894" v="1494"/>
          <ac:spMkLst>
            <pc:docMk/>
            <pc:sldMk cId="125780877" sldId="285"/>
            <ac:spMk id="11" creationId="{6580C78A-5DFC-4E35-B44C-8056F35FA851}"/>
          </ac:spMkLst>
        </pc:spChg>
        <pc:spChg chg="mod">
          <ac:chgData name="Nadia Fernanda Rios Liza" userId="d12b3a92-16f5-4de3-a1bd-bec5737280dc" providerId="ADAL" clId="{BE41E522-1153-4F13-A0D6-892E22AA55A1}" dt="2026-05-11T06:01:55.689" v="1497" actId="20577"/>
          <ac:spMkLst>
            <pc:docMk/>
            <pc:sldMk cId="125780877" sldId="285"/>
            <ac:spMk id="17" creationId="{FEE3754B-B55C-4706-B242-318C15EF96E3}"/>
          </ac:spMkLst>
        </pc:spChg>
      </pc:sldChg>
      <pc:sldChg chg="addSp delSp modSp add del mod modShow">
        <pc:chgData name="Nadia Fernanda Rios Liza" userId="d12b3a92-16f5-4de3-a1bd-bec5737280dc" providerId="ADAL" clId="{BE41E522-1153-4F13-A0D6-892E22AA55A1}" dt="2026-05-11T06:00:16.699" v="1491" actId="2696"/>
        <pc:sldMkLst>
          <pc:docMk/>
          <pc:sldMk cId="3145731241" sldId="285"/>
        </pc:sldMkLst>
        <pc:spChg chg="del">
          <ac:chgData name="Nadia Fernanda Rios Liza" userId="d12b3a92-16f5-4de3-a1bd-bec5737280dc" providerId="ADAL" clId="{BE41E522-1153-4F13-A0D6-892E22AA55A1}" dt="2026-05-11T05:49:57.119" v="1406" actId="478"/>
          <ac:spMkLst>
            <pc:docMk/>
            <pc:sldMk cId="3145731241" sldId="285"/>
            <ac:spMk id="6" creationId="{00000000-0000-0000-0000-000000000000}"/>
          </ac:spMkLst>
        </pc:spChg>
        <pc:spChg chg="del">
          <ac:chgData name="Nadia Fernanda Rios Liza" userId="d12b3a92-16f5-4de3-a1bd-bec5737280dc" providerId="ADAL" clId="{BE41E522-1153-4F13-A0D6-892E22AA55A1}" dt="2026-05-11T05:49:57.119" v="1406" actId="478"/>
          <ac:spMkLst>
            <pc:docMk/>
            <pc:sldMk cId="3145731241" sldId="285"/>
            <ac:spMk id="7" creationId="{00000000-0000-0000-0000-000000000000}"/>
          </ac:spMkLst>
        </pc:spChg>
        <pc:spChg chg="del">
          <ac:chgData name="Nadia Fernanda Rios Liza" userId="d12b3a92-16f5-4de3-a1bd-bec5737280dc" providerId="ADAL" clId="{BE41E522-1153-4F13-A0D6-892E22AA55A1}" dt="2026-05-11T05:49:57.119" v="1406" actId="478"/>
          <ac:spMkLst>
            <pc:docMk/>
            <pc:sldMk cId="3145731241" sldId="285"/>
            <ac:spMk id="8" creationId="{00000000-0000-0000-0000-000000000000}"/>
          </ac:spMkLst>
        </pc:spChg>
        <pc:spChg chg="del">
          <ac:chgData name="Nadia Fernanda Rios Liza" userId="d12b3a92-16f5-4de3-a1bd-bec5737280dc" providerId="ADAL" clId="{BE41E522-1153-4F13-A0D6-892E22AA55A1}" dt="2026-05-11T05:49:57.119" v="1406" actId="478"/>
          <ac:spMkLst>
            <pc:docMk/>
            <pc:sldMk cId="3145731241" sldId="285"/>
            <ac:spMk id="9" creationId="{00000000-0000-0000-0000-000000000000}"/>
          </ac:spMkLst>
        </pc:spChg>
        <pc:spChg chg="del">
          <ac:chgData name="Nadia Fernanda Rios Liza" userId="d12b3a92-16f5-4de3-a1bd-bec5737280dc" providerId="ADAL" clId="{BE41E522-1153-4F13-A0D6-892E22AA55A1}" dt="2026-05-11T05:49:57.119" v="1406" actId="478"/>
          <ac:spMkLst>
            <pc:docMk/>
            <pc:sldMk cId="3145731241" sldId="285"/>
            <ac:spMk id="12" creationId="{00000000-0000-0000-0000-000000000000}"/>
          </ac:spMkLst>
        </pc:spChg>
        <pc:spChg chg="del">
          <ac:chgData name="Nadia Fernanda Rios Liza" userId="d12b3a92-16f5-4de3-a1bd-bec5737280dc" providerId="ADAL" clId="{BE41E522-1153-4F13-A0D6-892E22AA55A1}" dt="2026-05-11T05:49:57.119" v="1406" actId="478"/>
          <ac:spMkLst>
            <pc:docMk/>
            <pc:sldMk cId="3145731241" sldId="285"/>
            <ac:spMk id="13" creationId="{00000000-0000-0000-0000-000000000000}"/>
          </ac:spMkLst>
        </pc:spChg>
        <pc:spChg chg="add mod">
          <ac:chgData name="Nadia Fernanda Rios Liza" userId="d12b3a92-16f5-4de3-a1bd-bec5737280dc" providerId="ADAL" clId="{BE41E522-1153-4F13-A0D6-892E22AA55A1}" dt="2026-05-11T05:56:33.708" v="1490" actId="113"/>
          <ac:spMkLst>
            <pc:docMk/>
            <pc:sldMk cId="3145731241" sldId="285"/>
            <ac:spMk id="17" creationId="{FEE3754B-B55C-4706-B242-318C15EF96E3}"/>
          </ac:spMkLst>
        </pc:spChg>
        <pc:spChg chg="del">
          <ac:chgData name="Nadia Fernanda Rios Liza" userId="d12b3a92-16f5-4de3-a1bd-bec5737280dc" providerId="ADAL" clId="{BE41E522-1153-4F13-A0D6-892E22AA55A1}" dt="2026-05-11T05:49:57.119" v="1406" actId="478"/>
          <ac:spMkLst>
            <pc:docMk/>
            <pc:sldMk cId="3145731241" sldId="285"/>
            <ac:spMk id="40" creationId="{1B72F70D-CD8F-4F76-8129-1E62D873D1C4}"/>
          </ac:spMkLst>
        </pc:spChg>
        <pc:graphicFrameChg chg="del">
          <ac:chgData name="Nadia Fernanda Rios Liza" userId="d12b3a92-16f5-4de3-a1bd-bec5737280dc" providerId="ADAL" clId="{BE41E522-1153-4F13-A0D6-892E22AA55A1}" dt="2026-05-11T05:49:57.119" v="1406" actId="478"/>
          <ac:graphicFrameMkLst>
            <pc:docMk/>
            <pc:sldMk cId="3145731241" sldId="285"/>
            <ac:graphicFrameMk id="36" creationId="{1118B716-B7BC-465C-8713-A254AE14B27A}"/>
          </ac:graphicFrameMkLst>
        </pc:graphicFrameChg>
        <pc:picChg chg="add mod">
          <ac:chgData name="Nadia Fernanda Rios Liza" userId="d12b3a92-16f5-4de3-a1bd-bec5737280dc" providerId="ADAL" clId="{BE41E522-1153-4F13-A0D6-892E22AA55A1}" dt="2026-05-11T05:51:53.804" v="1466" actId="1036"/>
          <ac:picMkLst>
            <pc:docMk/>
            <pc:sldMk cId="3145731241" sldId="285"/>
            <ac:picMk id="14" creationId="{030D6DBF-2255-44DE-B2F4-3875281C1670}"/>
          </ac:picMkLst>
        </pc:picChg>
        <pc:picChg chg="add mod modCrop">
          <ac:chgData name="Nadia Fernanda Rios Liza" userId="d12b3a92-16f5-4de3-a1bd-bec5737280dc" providerId="ADAL" clId="{BE41E522-1153-4F13-A0D6-892E22AA55A1}" dt="2026-05-11T05:51:53.804" v="1466" actId="1036"/>
          <ac:picMkLst>
            <pc:docMk/>
            <pc:sldMk cId="3145731241" sldId="285"/>
            <ac:picMk id="20" creationId="{12BC4F90-891F-4C6C-8672-DB25E765A043}"/>
          </ac:picMkLst>
        </pc:picChg>
      </pc:sldChg>
    </pc:docChg>
  </pc:docChgLst>
  <pc:docChgLst>
    <pc:chgData name="Tha Pyay Hmu Tha Pyay Hmu" userId="c3b3cac7-e9f2-4ea4-9f02-bb5f99cf56c8" providerId="ADAL" clId="{ED17F6D6-2503-57C0-8727-956C8EAA69E4}"/>
    <pc:docChg chg="undo custSel addSld delSld modSld sldOrd">
      <pc:chgData name="Tha Pyay Hmu Tha Pyay Hmu" userId="c3b3cac7-e9f2-4ea4-9f02-bb5f99cf56c8" providerId="ADAL" clId="{ED17F6D6-2503-57C0-8727-956C8EAA69E4}" dt="2026-05-11T14:38:32.349" v="115" actId="20577"/>
      <pc:docMkLst>
        <pc:docMk/>
      </pc:docMkLst>
      <pc:sldChg chg="modSp mod">
        <pc:chgData name="Tha Pyay Hmu Tha Pyay Hmu" userId="c3b3cac7-e9f2-4ea4-9f02-bb5f99cf56c8" providerId="ADAL" clId="{ED17F6D6-2503-57C0-8727-956C8EAA69E4}" dt="2026-05-11T14:21:42.131" v="111" actId="20577"/>
        <pc:sldMkLst>
          <pc:docMk/>
          <pc:sldMk cId="0" sldId="267"/>
        </pc:sldMkLst>
        <pc:spChg chg="mod">
          <ac:chgData name="Tha Pyay Hmu Tha Pyay Hmu" userId="c3b3cac7-e9f2-4ea4-9f02-bb5f99cf56c8" providerId="ADAL" clId="{ED17F6D6-2503-57C0-8727-956C8EAA69E4}" dt="2026-05-11T14:21:42.131" v="111" actId="20577"/>
          <ac:spMkLst>
            <pc:docMk/>
            <pc:sldMk cId="0" sldId="267"/>
            <ac:spMk id="22" creationId="{00000000-0000-0000-0000-000000000000}"/>
          </ac:spMkLst>
        </pc:spChg>
      </pc:sldChg>
      <pc:sldChg chg="new del">
        <pc:chgData name="Tha Pyay Hmu Tha Pyay Hmu" userId="c3b3cac7-e9f2-4ea4-9f02-bb5f99cf56c8" providerId="ADAL" clId="{ED17F6D6-2503-57C0-8727-956C8EAA69E4}" dt="2026-05-11T13:45:45.441" v="2" actId="2696"/>
        <pc:sldMkLst>
          <pc:docMk/>
          <pc:sldMk cId="942592847" sldId="286"/>
        </pc:sldMkLst>
      </pc:sldChg>
      <pc:sldChg chg="modSp add mod setBg">
        <pc:chgData name="Tha Pyay Hmu Tha Pyay Hmu" userId="c3b3cac7-e9f2-4ea4-9f02-bb5f99cf56c8" providerId="ADAL" clId="{ED17F6D6-2503-57C0-8727-956C8EAA69E4}" dt="2026-05-11T13:45:53.817" v="7" actId="20577"/>
        <pc:sldMkLst>
          <pc:docMk/>
          <pc:sldMk cId="0" sldId="287"/>
        </pc:sldMkLst>
        <pc:spChg chg="mod">
          <ac:chgData name="Tha Pyay Hmu Tha Pyay Hmu" userId="c3b3cac7-e9f2-4ea4-9f02-bb5f99cf56c8" providerId="ADAL" clId="{ED17F6D6-2503-57C0-8727-956C8EAA69E4}" dt="2026-05-11T13:45:53.817" v="7" actId="20577"/>
          <ac:spMkLst>
            <pc:docMk/>
            <pc:sldMk cId="0" sldId="287"/>
            <ac:spMk id="3" creationId="{00000000-0000-0000-0000-000000000000}"/>
          </ac:spMkLst>
        </pc:spChg>
      </pc:sldChg>
      <pc:sldChg chg="add setBg">
        <pc:chgData name="Tha Pyay Hmu Tha Pyay Hmu" userId="c3b3cac7-e9f2-4ea4-9f02-bb5f99cf56c8" providerId="ADAL" clId="{ED17F6D6-2503-57C0-8727-956C8EAA69E4}" dt="2026-05-11T13:46:25.359" v="8"/>
        <pc:sldMkLst>
          <pc:docMk/>
          <pc:sldMk cId="0" sldId="288"/>
        </pc:sldMkLst>
      </pc:sldChg>
      <pc:sldChg chg="add setBg">
        <pc:chgData name="Tha Pyay Hmu Tha Pyay Hmu" userId="c3b3cac7-e9f2-4ea4-9f02-bb5f99cf56c8" providerId="ADAL" clId="{ED17F6D6-2503-57C0-8727-956C8EAA69E4}" dt="2026-05-11T13:46:52.964" v="9"/>
        <pc:sldMkLst>
          <pc:docMk/>
          <pc:sldMk cId="0" sldId="289"/>
        </pc:sldMkLst>
      </pc:sldChg>
      <pc:sldChg chg="modSp add mod setBg">
        <pc:chgData name="Tha Pyay Hmu Tha Pyay Hmu" userId="c3b3cac7-e9f2-4ea4-9f02-bb5f99cf56c8" providerId="ADAL" clId="{ED17F6D6-2503-57C0-8727-956C8EAA69E4}" dt="2026-05-11T14:17:15.072" v="108" actId="404"/>
        <pc:sldMkLst>
          <pc:docMk/>
          <pc:sldMk cId="0" sldId="290"/>
        </pc:sldMkLst>
        <pc:spChg chg="mod">
          <ac:chgData name="Tha Pyay Hmu Tha Pyay Hmu" userId="c3b3cac7-e9f2-4ea4-9f02-bb5f99cf56c8" providerId="ADAL" clId="{ED17F6D6-2503-57C0-8727-956C8EAA69E4}" dt="2026-05-11T14:17:09.973" v="107" actId="404"/>
          <ac:spMkLst>
            <pc:docMk/>
            <pc:sldMk cId="0" sldId="290"/>
            <ac:spMk id="12" creationId="{00000000-0000-0000-0000-000000000000}"/>
          </ac:spMkLst>
        </pc:spChg>
        <pc:spChg chg="mod">
          <ac:chgData name="Tha Pyay Hmu Tha Pyay Hmu" userId="c3b3cac7-e9f2-4ea4-9f02-bb5f99cf56c8" providerId="ADAL" clId="{ED17F6D6-2503-57C0-8727-956C8EAA69E4}" dt="2026-05-11T14:17:15.072" v="108" actId="404"/>
          <ac:spMkLst>
            <pc:docMk/>
            <pc:sldMk cId="0" sldId="290"/>
            <ac:spMk id="31" creationId="{00000000-0000-0000-0000-000000000000}"/>
          </ac:spMkLst>
        </pc:spChg>
      </pc:sldChg>
      <pc:sldChg chg="modSp add mod setBg modNotesTx">
        <pc:chgData name="Tha Pyay Hmu Tha Pyay Hmu" userId="c3b3cac7-e9f2-4ea4-9f02-bb5f99cf56c8" providerId="ADAL" clId="{ED17F6D6-2503-57C0-8727-956C8EAA69E4}" dt="2026-05-11T13:56:38.885" v="47" actId="20577"/>
        <pc:sldMkLst>
          <pc:docMk/>
          <pc:sldMk cId="0" sldId="291"/>
        </pc:sldMkLst>
        <pc:spChg chg="mod">
          <ac:chgData name="Tha Pyay Hmu Tha Pyay Hmu" userId="c3b3cac7-e9f2-4ea4-9f02-bb5f99cf56c8" providerId="ADAL" clId="{ED17F6D6-2503-57C0-8727-956C8EAA69E4}" dt="2026-05-11T13:51:33.289" v="15" actId="1076"/>
          <ac:spMkLst>
            <pc:docMk/>
            <pc:sldMk cId="0" sldId="291"/>
            <ac:spMk id="9" creationId="{00000000-0000-0000-0000-000000000000}"/>
          </ac:spMkLst>
        </pc:spChg>
        <pc:spChg chg="mod">
          <ac:chgData name="Tha Pyay Hmu Tha Pyay Hmu" userId="c3b3cac7-e9f2-4ea4-9f02-bb5f99cf56c8" providerId="ADAL" clId="{ED17F6D6-2503-57C0-8727-956C8EAA69E4}" dt="2026-05-11T13:51:37.720" v="16" actId="1076"/>
          <ac:spMkLst>
            <pc:docMk/>
            <pc:sldMk cId="0" sldId="291"/>
            <ac:spMk id="11" creationId="{00000000-0000-0000-0000-000000000000}"/>
          </ac:spMkLst>
        </pc:spChg>
        <pc:picChg chg="mod">
          <ac:chgData name="Tha Pyay Hmu Tha Pyay Hmu" userId="c3b3cac7-e9f2-4ea4-9f02-bb5f99cf56c8" providerId="ADAL" clId="{ED17F6D6-2503-57C0-8727-956C8EAA69E4}" dt="2026-05-11T13:51:33.289" v="15" actId="1076"/>
          <ac:picMkLst>
            <pc:docMk/>
            <pc:sldMk cId="0" sldId="291"/>
            <ac:picMk id="8" creationId="{00000000-0000-0000-0000-000000000000}"/>
          </ac:picMkLst>
        </pc:picChg>
        <pc:picChg chg="mod">
          <ac:chgData name="Tha Pyay Hmu Tha Pyay Hmu" userId="c3b3cac7-e9f2-4ea4-9f02-bb5f99cf56c8" providerId="ADAL" clId="{ED17F6D6-2503-57C0-8727-956C8EAA69E4}" dt="2026-05-11T13:51:37.720" v="16" actId="1076"/>
          <ac:picMkLst>
            <pc:docMk/>
            <pc:sldMk cId="0" sldId="291"/>
            <ac:picMk id="10" creationId="{00000000-0000-0000-0000-000000000000}"/>
          </ac:picMkLst>
        </pc:picChg>
      </pc:sldChg>
      <pc:sldChg chg="addSp delSp modSp add mod setBg">
        <pc:chgData name="Tha Pyay Hmu Tha Pyay Hmu" userId="c3b3cac7-e9f2-4ea4-9f02-bb5f99cf56c8" providerId="ADAL" clId="{ED17F6D6-2503-57C0-8727-956C8EAA69E4}" dt="2026-05-11T14:12:39.393" v="104" actId="403"/>
        <pc:sldMkLst>
          <pc:docMk/>
          <pc:sldMk cId="0" sldId="292"/>
        </pc:sldMkLst>
        <pc:spChg chg="mod">
          <ac:chgData name="Tha Pyay Hmu Tha Pyay Hmu" userId="c3b3cac7-e9f2-4ea4-9f02-bb5f99cf56c8" providerId="ADAL" clId="{ED17F6D6-2503-57C0-8727-956C8EAA69E4}" dt="2026-05-11T14:10:47.046" v="81" actId="20577"/>
          <ac:spMkLst>
            <pc:docMk/>
            <pc:sldMk cId="0" sldId="292"/>
            <ac:spMk id="3" creationId="{00000000-0000-0000-0000-000000000000}"/>
          </ac:spMkLst>
        </pc:spChg>
        <pc:spChg chg="del">
          <ac:chgData name="Tha Pyay Hmu Tha Pyay Hmu" userId="c3b3cac7-e9f2-4ea4-9f02-bb5f99cf56c8" providerId="ADAL" clId="{ED17F6D6-2503-57C0-8727-956C8EAA69E4}" dt="2026-05-11T14:11:00.124" v="85" actId="478"/>
          <ac:spMkLst>
            <pc:docMk/>
            <pc:sldMk cId="0" sldId="292"/>
            <ac:spMk id="4" creationId="{00000000-0000-0000-0000-000000000000}"/>
          </ac:spMkLst>
        </pc:spChg>
        <pc:spChg chg="del">
          <ac:chgData name="Tha Pyay Hmu Tha Pyay Hmu" userId="c3b3cac7-e9f2-4ea4-9f02-bb5f99cf56c8" providerId="ADAL" clId="{ED17F6D6-2503-57C0-8727-956C8EAA69E4}" dt="2026-05-11T14:10:52.367" v="82" actId="478"/>
          <ac:spMkLst>
            <pc:docMk/>
            <pc:sldMk cId="0" sldId="292"/>
            <ac:spMk id="5" creationId="{00000000-0000-0000-0000-000000000000}"/>
          </ac:spMkLst>
        </pc:spChg>
        <pc:spChg chg="del">
          <ac:chgData name="Tha Pyay Hmu Tha Pyay Hmu" userId="c3b3cac7-e9f2-4ea4-9f02-bb5f99cf56c8" providerId="ADAL" clId="{ED17F6D6-2503-57C0-8727-956C8EAA69E4}" dt="2026-05-11T14:10:55.641" v="83" actId="478"/>
          <ac:spMkLst>
            <pc:docMk/>
            <pc:sldMk cId="0" sldId="292"/>
            <ac:spMk id="6" creationId="{00000000-0000-0000-0000-000000000000}"/>
          </ac:spMkLst>
        </pc:spChg>
        <pc:spChg chg="del">
          <ac:chgData name="Tha Pyay Hmu Tha Pyay Hmu" userId="c3b3cac7-e9f2-4ea4-9f02-bb5f99cf56c8" providerId="ADAL" clId="{ED17F6D6-2503-57C0-8727-956C8EAA69E4}" dt="2026-05-11T14:10:57.258" v="84" actId="478"/>
          <ac:spMkLst>
            <pc:docMk/>
            <pc:sldMk cId="0" sldId="292"/>
            <ac:spMk id="7" creationId="{00000000-0000-0000-0000-000000000000}"/>
          </ac:spMkLst>
        </pc:spChg>
        <pc:spChg chg="del">
          <ac:chgData name="Tha Pyay Hmu Tha Pyay Hmu" userId="c3b3cac7-e9f2-4ea4-9f02-bb5f99cf56c8" providerId="ADAL" clId="{ED17F6D6-2503-57C0-8727-956C8EAA69E4}" dt="2026-05-11T14:11:01.485" v="86" actId="478"/>
          <ac:spMkLst>
            <pc:docMk/>
            <pc:sldMk cId="0" sldId="292"/>
            <ac:spMk id="9" creationId="{00000000-0000-0000-0000-000000000000}"/>
          </ac:spMkLst>
        </pc:spChg>
        <pc:spChg chg="del">
          <ac:chgData name="Tha Pyay Hmu Tha Pyay Hmu" userId="c3b3cac7-e9f2-4ea4-9f02-bb5f99cf56c8" providerId="ADAL" clId="{ED17F6D6-2503-57C0-8727-956C8EAA69E4}" dt="2026-05-11T14:11:03.127" v="87" actId="478"/>
          <ac:spMkLst>
            <pc:docMk/>
            <pc:sldMk cId="0" sldId="292"/>
            <ac:spMk id="10" creationId="{00000000-0000-0000-0000-000000000000}"/>
          </ac:spMkLst>
        </pc:spChg>
        <pc:spChg chg="add mod">
          <ac:chgData name="Tha Pyay Hmu Tha Pyay Hmu" userId="c3b3cac7-e9f2-4ea4-9f02-bb5f99cf56c8" providerId="ADAL" clId="{ED17F6D6-2503-57C0-8727-956C8EAA69E4}" dt="2026-05-11T14:11:18.289" v="90" actId="14100"/>
          <ac:spMkLst>
            <pc:docMk/>
            <pc:sldMk cId="0" sldId="292"/>
            <ac:spMk id="12" creationId="{5E8C5057-8A4B-9CD3-5A32-81B4E1D8A097}"/>
          </ac:spMkLst>
        </pc:spChg>
        <pc:graphicFrameChg chg="del">
          <ac:chgData name="Tha Pyay Hmu Tha Pyay Hmu" userId="c3b3cac7-e9f2-4ea4-9f02-bb5f99cf56c8" providerId="ADAL" clId="{ED17F6D6-2503-57C0-8727-956C8EAA69E4}" dt="2026-05-11T14:10:52.367" v="82" actId="478"/>
          <ac:graphicFrameMkLst>
            <pc:docMk/>
            <pc:sldMk cId="0" sldId="292"/>
            <ac:graphicFrameMk id="8" creationId="{00000000-0000-0000-0000-000000000000}"/>
          </ac:graphicFrameMkLst>
        </pc:graphicFrameChg>
        <pc:graphicFrameChg chg="add mod modGraphic">
          <ac:chgData name="Tha Pyay Hmu Tha Pyay Hmu" userId="c3b3cac7-e9f2-4ea4-9f02-bb5f99cf56c8" providerId="ADAL" clId="{ED17F6D6-2503-57C0-8727-956C8EAA69E4}" dt="2026-05-11T14:12:39.393" v="104" actId="403"/>
          <ac:graphicFrameMkLst>
            <pc:docMk/>
            <pc:sldMk cId="0" sldId="292"/>
            <ac:graphicFrameMk id="11" creationId="{948083C8-E96F-EB98-7C23-9D4B2A59CE7B}"/>
          </ac:graphicFrameMkLst>
        </pc:graphicFrameChg>
      </pc:sldChg>
      <pc:sldChg chg="add setBg">
        <pc:chgData name="Tha Pyay Hmu Tha Pyay Hmu" userId="c3b3cac7-e9f2-4ea4-9f02-bb5f99cf56c8" providerId="ADAL" clId="{ED17F6D6-2503-57C0-8727-956C8EAA69E4}" dt="2026-05-11T13:53:53.337" v="18"/>
        <pc:sldMkLst>
          <pc:docMk/>
          <pc:sldMk cId="0" sldId="293"/>
        </pc:sldMkLst>
      </pc:sldChg>
      <pc:sldChg chg="add">
        <pc:chgData name="Tha Pyay Hmu Tha Pyay Hmu" userId="c3b3cac7-e9f2-4ea4-9f02-bb5f99cf56c8" providerId="ADAL" clId="{ED17F6D6-2503-57C0-8727-956C8EAA69E4}" dt="2026-05-11T14:10:31.929" v="48" actId="2890"/>
        <pc:sldMkLst>
          <pc:docMk/>
          <pc:sldMk cId="3027038602" sldId="296"/>
        </pc:sldMkLst>
      </pc:sldChg>
      <pc:sldChg chg="modSp add mod ord setBg">
        <pc:chgData name="Tha Pyay Hmu Tha Pyay Hmu" userId="c3b3cac7-e9f2-4ea4-9f02-bb5f99cf56c8" providerId="ADAL" clId="{ED17F6D6-2503-57C0-8727-956C8EAA69E4}" dt="2026-05-11T14:38:32.349" v="115" actId="20577"/>
        <pc:sldMkLst>
          <pc:docMk/>
          <pc:sldMk cId="0" sldId="297"/>
        </pc:sldMkLst>
        <pc:spChg chg="mod">
          <ac:chgData name="Tha Pyay Hmu Tha Pyay Hmu" userId="c3b3cac7-e9f2-4ea4-9f02-bb5f99cf56c8" providerId="ADAL" clId="{ED17F6D6-2503-57C0-8727-956C8EAA69E4}" dt="2026-05-11T14:38:32.349" v="115" actId="20577"/>
          <ac:spMkLst>
            <pc:docMk/>
            <pc:sldMk cId="0" sldId="297"/>
            <ac:spMk id="7" creationId="{00000000-0000-0000-0000-000000000000}"/>
          </ac:spMkLst>
        </pc:spChg>
      </pc:sldChg>
    </pc:docChg>
  </pc:docChgLst>
  <pc:docChgLst>
    <pc:chgData name="Lkhagvadulam Tsogtbayar" userId="S::lkhagvadulam.tso2437@myunfc.ca::838a1b10-1a8b-420d-b050-94b064180a9c" providerId="AD" clId="Web-{39E3D81D-D0CA-E781-CB48-33783DCB13FC}"/>
    <pc:docChg chg="sldOrd">
      <pc:chgData name="Lkhagvadulam Tsogtbayar" userId="S::lkhagvadulam.tso2437@myunfc.ca::838a1b10-1a8b-420d-b050-94b064180a9c" providerId="AD" clId="Web-{39E3D81D-D0CA-E781-CB48-33783DCB13FC}" dt="2026-05-11T15:32:46.460" v="0"/>
      <pc:docMkLst>
        <pc:docMk/>
      </pc:docMkLst>
      <pc:sldChg chg="ord">
        <pc:chgData name="Lkhagvadulam Tsogtbayar" userId="S::lkhagvadulam.tso2437@myunfc.ca::838a1b10-1a8b-420d-b050-94b064180a9c" providerId="AD" clId="Web-{39E3D81D-D0CA-E781-CB48-33783DCB13FC}" dt="2026-05-11T15:32:46.460" v="0"/>
        <pc:sldMkLst>
          <pc:docMk/>
          <pc:sldMk cId="0" sldId="264"/>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_122_0.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Memory R²</c:v>
                </c:pt>
              </c:strCache>
            </c:strRef>
          </c:tx>
          <c:spPr>
            <a:solidFill>
              <a:srgbClr val="0D9488"/>
            </a:solidFill>
            <a:effectLst/>
          </c:spPr>
          <c:invertIfNegative val="0"/>
          <c:dPt>
            <c:idx val="0"/>
            <c:invertIfNegative val="0"/>
            <c:bubble3D val="0"/>
            <c:extLst>
              <c:ext xmlns:c16="http://schemas.microsoft.com/office/drawing/2014/chart" uri="{C3380CC4-5D6E-409C-BE32-E72D297353CC}">
                <c16:uniqueId val="{00000001-9122-5A4B-B320-A81525160A3D}"/>
              </c:ext>
            </c:extLst>
          </c:dPt>
          <c:dPt>
            <c:idx val="1"/>
            <c:invertIfNegative val="0"/>
            <c:bubble3D val="0"/>
            <c:spPr>
              <a:solidFill>
                <a:srgbClr val="EF4444"/>
              </a:solidFill>
              <a:effectLst/>
            </c:spPr>
            <c:extLst>
              <c:ext xmlns:c16="http://schemas.microsoft.com/office/drawing/2014/chart" uri="{C3380CC4-5D6E-409C-BE32-E72D297353CC}">
                <c16:uniqueId val="{00000003-9122-5A4B-B320-A81525160A3D}"/>
              </c:ext>
            </c:extLst>
          </c:dPt>
          <c:dLbls>
            <c:numFmt formatCode="#,##0" sourceLinked="0"/>
            <c:spPr>
              <a:noFill/>
              <a:ln>
                <a:noFill/>
              </a:ln>
              <a:effectLst/>
            </c:spPr>
            <c:txPr>
              <a:bodyPr/>
              <a:lstStyle/>
              <a:p>
                <a:pPr>
                  <a:defRPr sz="12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Memory (avg_mem)</c:v>
                </c:pt>
                <c:pt idx="1">
                  <c:v>CPU (avg_cpu)</c:v>
                </c:pt>
              </c:strCache>
            </c:strRef>
          </c:cat>
          <c:val>
            <c:numRef>
              <c:f>Sheet1!$B$2:$B$3</c:f>
              <c:numCache>
                <c:formatCode>General</c:formatCode>
                <c:ptCount val="2"/>
                <c:pt idx="0">
                  <c:v>0.72699999999999998</c:v>
                </c:pt>
                <c:pt idx="1">
                  <c:v>8.7999999999999995E-2</c:v>
                </c:pt>
              </c:numCache>
            </c:numRef>
          </c:val>
          <c:extLst>
            <c:ext xmlns:c16="http://schemas.microsoft.com/office/drawing/2014/chart" uri="{C3380CC4-5D6E-409C-BE32-E72D297353CC}">
              <c16:uniqueId val="{00000004-9122-5A4B-B320-A81525160A3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E293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omments/modernComment_10B_0.xml><?xml version="1.0" encoding="utf-8"?>
<p188:cmLst xmlns:a="http://schemas.openxmlformats.org/drawingml/2006/main" xmlns:r="http://schemas.openxmlformats.org/officeDocument/2006/relationships" xmlns:p188="http://schemas.microsoft.com/office/powerpoint/2018/8/main">
  <p188:cm id="{129213DC-4225-EC45-B03E-E0D402F58F61}" authorId="{8893F49C-FB39-7569-44C0-1E87A7E56638}" created="2026-05-11T14:22:35.765">
    <ac:txMkLst xmlns:ac="http://schemas.microsoft.com/office/drawing/2013/main/command">
      <pc:docMk xmlns:pc="http://schemas.microsoft.com/office/powerpoint/2013/main/command"/>
      <pc:sldMk xmlns:pc="http://schemas.microsoft.com/office/powerpoint/2013/main/command" cId="0" sldId="267"/>
      <ac:spMk id="22" creationId="{00000000-0000-0000-0000-000000000000}"/>
      <ac:txMk cp="0" len="66">
        <ac:context len="67" hash="4288248108"/>
      </ac:txMk>
    </ac:txMkLst>
    <p188:pos x="2439529" y="543334"/>
    <p188:txBody>
      <a:bodyPr/>
      <a:lstStyle/>
      <a:p>
        <a:r>
          <a:rPr lang="en-CA"/>
          <a:t>I know we hide this slide. Just a quick note:
Currently, the model train only on week one.
I will have to double check the dataset and model later</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54285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TABLES: instance_usage, instance_events, collection_events (Google Cluster Trace v3, Cell A, May 2019, accessed via BigQuery).
SPOKEN SCRIPT: "Good [morning/afternoon]. This presentation walks through the final consensus extraction approach we designed for training our LSTM resource forecasting model. The data comes from Google's publicly available cluster usage traces — a month-long telemetry record from a production Borg cell. We'll cover each step of the extraction pipeline, the design decisions behind it, and how the resulting master table maps directly to the objectives of our scheduling framework."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322806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TABLES: instance_usage (cols 1-6, 10-18), instance_events (cols 7-9, 19-22), collection_events (col 24), Python gap detection (sub_seq_id col 10).
KEY CONCEPTS: sub_seq_id is a Python-computed integer that increments each time a monitoring gap &gt;300 seconds is detected within one instance. The LSTM sequence key is (collection_id, instance_index, sub_seq_id) — NOT (collection_id, instance_index) alone. mem_overcommit_ratio is diagnostic only — EDA confirmed correlation of -0.09 with avg_mem, so it carries no predictive signal. assigned_memory (correlation 0.764 with avg_mem) is the preferred memory headroom proxy.
SPOKEN SCRIPT: "The final master table has 26 columns organised into six functional groups. The two LSTM targets — avg_cpu and avg_mem — are highlighted in blue. The optimiser outputs are derived from the predicted sequences after training, not direct model outputs. The diagnostic group contains mem_overcommit_ratio, which our EDA showed has essentially no correlation with actual memory usage — we keep it for interpretability but exclude it from the feature set."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1472366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TABLES: All three source tables (</a:t>
            </a:r>
            <a:r>
              <a:rPr lang="en-US" err="1"/>
              <a:t>instance_usage</a:t>
            </a:r>
            <a:r>
              <a:rPr lang="en-US"/>
              <a:t>, </a:t>
            </a:r>
            <a:r>
              <a:rPr lang="en-US" err="1"/>
              <a:t>instance_events</a:t>
            </a:r>
            <a:r>
              <a:rPr lang="en-US"/>
              <a:t>, </a:t>
            </a:r>
            <a:r>
              <a:rPr lang="en-US" err="1"/>
              <a:t>collection_events</a:t>
            </a:r>
            <a:r>
              <a:rPr lang="en-US"/>
              <a:t>) feed the pipeline.
KEY CONCEPTS: </a:t>
            </a:r>
            <a:r>
              <a:rPr lang="en-US" err="1"/>
              <a:t>avg_cpu</a:t>
            </a:r>
            <a:r>
              <a:rPr lang="en-US"/>
              <a:t> = average CPU rate per window in </a:t>
            </a:r>
            <a:r>
              <a:rPr lang="en-US" err="1"/>
              <a:t>Normalised</a:t>
            </a:r>
            <a:r>
              <a:rPr lang="en-US"/>
              <a:t> Compute Units [0,1]. </a:t>
            </a:r>
            <a:r>
              <a:rPr lang="en-US" err="1"/>
              <a:t>avg_mem</a:t>
            </a:r>
            <a:r>
              <a:rPr lang="en-US"/>
              <a:t> = average memory per window in </a:t>
            </a:r>
            <a:r>
              <a:rPr lang="en-US" err="1"/>
              <a:t>normalised</a:t>
            </a:r>
            <a:r>
              <a:rPr lang="en-US"/>
              <a:t> bytes [0,1]. LSTM lookback = 12 × 5-min windows = 60 minutes of history. Horizon = 6 × 5-min windows = 30 minutes of prediction.
SPOKEN SCRIPT: "The master table holds one row per five-minute measurement window per container instance. Everything the LSTM, the Random Forest classifier, and the </a:t>
            </a:r>
            <a:r>
              <a:rPr lang="en-US" err="1"/>
              <a:t>optimiser</a:t>
            </a:r>
            <a:r>
              <a:rPr lang="en-US"/>
              <a:t> need is in one place. The extraction runs as a sequence of six filtering CTEs before the final row-level join. At the end, two output modes are available — a full unsampled export to Google Cloud Storage for LSTM training, and a smaller deterministic sample as a CSV file for manual exploration and supervisor review.“</a:t>
            </a:r>
          </a:p>
          <a:p>
            <a:endParaRPr lang="en-US"/>
          </a:p>
          <a:p>
            <a:r>
              <a:rPr lang="en-CA"/>
              <a:t>The project defines two complementary data access modes for the winner dataset. </a:t>
            </a:r>
            <a:r>
              <a:rPr lang="en-CA" b="1"/>
              <a:t>Mode B produces a lightweight deterministic sample — approximately 0.3% of all jobs selected</a:t>
            </a:r>
            <a:r>
              <a:rPr lang="en-CA"/>
              <a:t> via MOD(</a:t>
            </a:r>
            <a:r>
              <a:rPr lang="en-CA" err="1"/>
              <a:t>collection_id</a:t>
            </a:r>
            <a:r>
              <a:rPr lang="en-CA"/>
              <a:t>, 1000) &lt; 3 across the full week — saved as a local CSV and Parquet file of under </a:t>
            </a:r>
            <a:r>
              <a:rPr lang="en-CA" b="1"/>
              <a:t>one million rows</a:t>
            </a:r>
            <a:r>
              <a:rPr lang="en-CA"/>
              <a:t>, which is fast to load in any environment, requires no cloud credentials, and is ideal for EDA, methodology validation, and supervisor review, </a:t>
            </a:r>
            <a:r>
              <a:rPr lang="en-CA" i="1">
                <a:solidFill>
                  <a:schemeClr val="accent1"/>
                </a:solidFill>
                <a:highlight>
                  <a:srgbClr val="00FF00"/>
                </a:highlight>
              </a:rPr>
              <a:t>but is statistically unrepresentative of the full workload population because it over-selects long-running stable services and under-represents Free-tier and short-lived batch jobs. </a:t>
            </a:r>
            <a:r>
              <a:rPr lang="en-CA" b="1"/>
              <a:t>Mode A</a:t>
            </a:r>
            <a:r>
              <a:rPr lang="en-CA"/>
              <a:t> is the full production extraction</a:t>
            </a:r>
            <a:r>
              <a:rPr lang="en-CA" b="1"/>
              <a:t>, writing all qualifying instances across the full week as 220 partitioned Parquet shards to Google Cloud Storage, </a:t>
            </a:r>
            <a:r>
              <a:rPr lang="en-CA"/>
              <a:t>covering approximately </a:t>
            </a:r>
            <a:r>
              <a:rPr lang="en-CA" b="1"/>
              <a:t>134 million rows </a:t>
            </a:r>
            <a:r>
              <a:rPr lang="en-CA"/>
              <a:t>and 1.36 GB compressed, which provides the complete population needed for LSTM training and generalisation but requires GCS credentials and </a:t>
            </a:r>
            <a:r>
              <a:rPr lang="en-CA" b="1"/>
              <a:t>careful memory management in </a:t>
            </a:r>
            <a:r>
              <a:rPr lang="en-CA" b="1" err="1"/>
              <a:t>Colab</a:t>
            </a:r>
            <a:r>
              <a:rPr lang="en-CA" b="1"/>
              <a:t> since loading all shards simultaneously crashes free-tier RAM, making it necessary to process one shard at a time using </a:t>
            </a:r>
            <a:r>
              <a:rPr lang="en-CA" b="1" err="1"/>
              <a:t>PyArrow's</a:t>
            </a:r>
            <a:r>
              <a:rPr lang="en-CA" b="1"/>
              <a:t> </a:t>
            </a:r>
            <a:r>
              <a:rPr lang="en-CA"/>
              <a:t>batch reading API rather than a single </a:t>
            </a:r>
            <a:r>
              <a:rPr lang="en-CA" err="1"/>
              <a:t>pd.read_parquet</a:t>
            </a:r>
            <a:r>
              <a:rPr lang="en-CA"/>
              <a:t>() call.</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TABLES: instance_usage — all resource metrics are at instance grain. Aggregation to job level happens in Python/the optimiser after LSTM prediction, not at extraction time.
KEY CONCEPTS: OOM kill = Out-of-Memory kill. The Linux kernel enforces memory limits at the container (cgroup) level. A job with 10 parallel instances where one instance approaches its memory limit looks safe in a job-level average — the other 9 instances bring the mean down. This is why job-level forecasting is insufficient. max_mem from the LSTM prediction is used (not avg_mem) for OOM risk assessment — it captures the worst-case window within the horizon.
SPOKEN SCRIPT: "This is probably the most important architectural decision in the project. The kernel enforces memory limits per container — not per job. So a job with ten instances looks perfectly safe in aggregate even if one container is seconds away from an OOM kill. Our LSTM predicts at the instance level to catch exactly this situation. After prediction, we aggregate to the job level — summing CPU and taking the maximum memory across all instances — to give the optimiser a complete risk picture before it places any pod."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TABLE: </a:t>
            </a:r>
            <a:r>
              <a:rPr lang="en-US" err="1"/>
              <a:t>instance_events</a:t>
            </a:r>
            <a:r>
              <a:rPr lang="en-US"/>
              <a:t>. Primary key: (</a:t>
            </a:r>
            <a:r>
              <a:rPr lang="en-US" err="1"/>
              <a:t>collection_id</a:t>
            </a:r>
            <a:r>
              <a:rPr lang="en-US"/>
              <a:t>, </a:t>
            </a:r>
            <a:r>
              <a:rPr lang="en-US" err="1"/>
              <a:t>instance_index</a:t>
            </a:r>
            <a:r>
              <a:rPr lang="en-US"/>
              <a:t>, time, type). One event row = one lifecycle transition.
KEY CONCEPTS: </a:t>
            </a:r>
            <a:r>
              <a:rPr lang="en-US" err="1"/>
              <a:t>collection_id</a:t>
            </a:r>
            <a:r>
              <a:rPr lang="en-US"/>
              <a:t> = unique job identifier. </a:t>
            </a:r>
            <a:r>
              <a:rPr lang="en-US" err="1"/>
              <a:t>instance_index</a:t>
            </a:r>
            <a:r>
              <a:rPr lang="en-US"/>
              <a:t> = 0-based position of this container within its parent job. </a:t>
            </a:r>
            <a:r>
              <a:rPr lang="en-US" err="1"/>
              <a:t>scheduled_time</a:t>
            </a:r>
            <a:r>
              <a:rPr lang="en-US"/>
              <a:t> = 0 means the instance was already running before the trace began — valid data per Google documentation. SCHEDULE (type 3), EVICT (4), FAIL (5, includes OOM), FINISH (6), KILL (7), LOST (8).
SPOKEN SCRIPT: "The first CTE is the eligibility gate. We require that every container was actually assigned to a machine and ran continuously throughout our observation window. If a container was evicted, killed, or failed at any point during the week, all of its telemetry rows are dropped — not just the rows near the termination. This is a deliberate design choice we inherited from Approach 1: we trade population breadth for sequence integrity, which is what the LSTM needs.“</a:t>
            </a:r>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1">
                <a:solidFill>
                  <a:srgbClr val="64748B"/>
                </a:solidFill>
                <a:latin typeface="Calibri" pitchFamily="34" charset="0"/>
                <a:ea typeface="Calibri" pitchFamily="34" charset="-122"/>
                <a:cs typeface="Calibri" pitchFamily="34" charset="-120"/>
              </a:rPr>
              <a:t>Exclusion: </a:t>
            </a:r>
            <a:r>
              <a:rPr lang="en-US" sz="1200" i="1">
                <a:solidFill>
                  <a:srgbClr val="64748B"/>
                </a:solidFill>
                <a:latin typeface="Calibri" pitchFamily="34" charset="0"/>
                <a:ea typeface="Calibri" pitchFamily="34" charset="-122"/>
                <a:cs typeface="Calibri" pitchFamily="34" charset="-120"/>
              </a:rPr>
              <a:t>LOST instances have unreliable telemetry. The monitoring system knows the container stopped but cannot produce a clean exit record. </a:t>
            </a:r>
            <a:endParaRPr lang="en-US" sz="1200"/>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5188551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TABLE: instance_events. Only LOST events (type=8) within the week window are read.
KEY CONCEPTS: A LOST event means the cluster scheduler detected the instance had stopped but the original termination record was absent from the log — typically due to monitoring system overload or a network partition. DISTINCT deduplicates instances with multiple LOST events.
SPOKEN SCRIPT: "The second CTE builds an explicit exclusion list of LOST containers. The reason we make this a separate CTE rather than folding it into CTE 1's termination count is transparency — using an anti-join makes the exclusion visible, testable, and easy to audit. Any future team member reading the query immediately sees which instances were excluded and why."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TABLE: instance_events. Reads types 4, 5, 6, 7 across the full trace (no time window restriction — captures terminations that occur after the week ends too).
KEY CONCEPTS: EVICT (4) = descheduled due to preemption or machine failure. FAIL (5) = program failure including OOM kills — the kernel killed the container for exceeding its declared memory limit. FINISH (6) = completed normally. KILL (7) = cancelled by user, driver, or parent job exit.
SPOKEN SCRIPT: "The third CTE is entirely new relative to our two original approaches. We store the terminal event type as a column — not just as a filter — so our Random Forest classifier can learn which instance profiles are associated with normal completion versus eviction or OOM failure. This is the handoff point between the LSTM prediction layer and the classification layer in our architecture."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TABLE: instance_events. Only SUBMIT events (type=0) with non-null resource_request.cpus and resource_request.memory are read. GROUP BY (collection_id, instance_index) with MIN() captures the original baseline declaration.
KEY CONCEPTS: req_cpu = declared CPU limit in NCU — CPU above this is throttled. req_memory = declared memory limit in normalised bytes — memory above this triggers an OOM kill. scheduling_class: 0=non-production, 1=development, 2=batch, 3=latency-sensitive (revenue-generating). priority tiers: Free (≤99), Best-effort Batch (100-115), Mid-tier (116-119), Production (120-359), Monitoring (≥360).
SPOKEN SCRIPT: "CTE 4 brings in the declared resource requests from the job submission event. These are critical for two reasons: the optimiser needs req_memory to know how much overcommitment headroom exists before an OOM kill, and scheduling_class tells the optimiser which containers have strict SLA requirements. Our EDA confirmed scheduling_class correlates 0.268 with actual CPU usage and 0.605 with priority — it is a genuinely predictive feature.“</a:t>
            </a:r>
          </a:p>
          <a:p>
            <a:endParaRPr lang="en-US"/>
          </a:p>
          <a:p>
            <a:r>
              <a:rPr lang="en-CA" b="1"/>
              <a:t>Priority</a:t>
            </a:r>
            <a:r>
              <a:rPr lang="en-CA"/>
              <a:t> determines which workloads get access to cluster resources first when there is competition — higher numbers win, and the scheduler will </a:t>
            </a:r>
            <a:r>
              <a:rPr lang="en-CA" err="1"/>
              <a:t>preempt</a:t>
            </a:r>
            <a:r>
              <a:rPr lang="en-CA"/>
              <a:t> lower-priority containers to make room for higher-priority ones.</a:t>
            </a:r>
          </a:p>
          <a:p>
            <a:r>
              <a:rPr lang="en-CA" b="1"/>
              <a:t>Scheduling class</a:t>
            </a:r>
            <a:r>
              <a:rPr lang="en-CA"/>
              <a:t> is a separate label (0–3) that describes how latency-sensitive a workload is — not whether it gets resources, but how the machine treats it once it does, with class 3 (latency-sensitive, revenue-generating services) receiving the tightest local quality-of-service guarantees and class 0 (non-production) receiving the most relaxed treatment.</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0968008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TABLE: collection_events. Unlike instance_events which records per-instance events, collection_events records job-level events. The user field is a hashed opaque base64 string — equal values identify the same tenant but the string cannot be decoded.
KEY CONCEPTS: alloc_collection_id IS NULL = this is a real job, not an alloc set. Alloc sets are internal resource reservations used to pre-allocate cluster capacity; they do not represent real tenant workloads. Tenant identity is required for the multi-tenant fairness objective of the optimiser, which ensures equitable resource allocation across all tenants regardless of job count.
SPOKEN SCRIPT: "CTE 5 is the only CTE that reads collection_events rather than instance_events — because tenant identity is a property of the job, not the individual container. We exclude alloc sets at this stage, which filters out internal cluster infrastructure reservations. The user field is a hashed string — we can compare tenants for equality and measure concentration, but we cannot identify individual Google engineers or services behind the hash."</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TABLE: </a:t>
            </a:r>
            <a:r>
              <a:rPr lang="en-US" err="1"/>
              <a:t>instance_usage</a:t>
            </a:r>
            <a:r>
              <a:rPr lang="en-US"/>
              <a:t>. Primary key: (</a:t>
            </a:r>
            <a:r>
              <a:rPr lang="en-US" err="1"/>
              <a:t>collection_id</a:t>
            </a:r>
            <a:r>
              <a:rPr lang="en-US"/>
              <a:t>, </a:t>
            </a:r>
            <a:r>
              <a:rPr lang="en-US" err="1"/>
              <a:t>instance_index</a:t>
            </a:r>
            <a:r>
              <a:rPr lang="en-US"/>
              <a:t>, </a:t>
            </a:r>
            <a:r>
              <a:rPr lang="en-US" err="1"/>
              <a:t>start_time</a:t>
            </a:r>
            <a:r>
              <a:rPr lang="en-US"/>
              <a:t>). One row = one 5-minute telemetry window for one instance. This is the largest table — hundreds of GB for the full month.
KEY CONCEPTS: The two-pass floor exists because </a:t>
            </a:r>
            <a:r>
              <a:rPr lang="en-US" err="1"/>
              <a:t>BigQuery</a:t>
            </a:r>
            <a:r>
              <a:rPr lang="en-US"/>
              <a:t> enforces the minimum on the full pre-gap sequence, but Python's gap detection splits sequences at monitoring interruptions. A split piece may be shorter than 12 windows even if the original instance had 144. The second pass discards these short pieces after splitting. </a:t>
            </a:r>
            <a:r>
              <a:rPr lang="en-US" err="1"/>
              <a:t>collection_type</a:t>
            </a:r>
            <a:r>
              <a:rPr lang="en-US"/>
              <a:t> = 0 means jobs only — </a:t>
            </a:r>
            <a:r>
              <a:rPr lang="en-US" err="1"/>
              <a:t>alloc</a:t>
            </a:r>
            <a:r>
              <a:rPr lang="en-US"/>
              <a:t> set rows (</a:t>
            </a:r>
            <a:r>
              <a:rPr lang="en-US" err="1"/>
              <a:t>collection_type</a:t>
            </a:r>
            <a:r>
              <a:rPr lang="en-US"/>
              <a:t> = 1) are excluded at the usage row level as a second safeguard.
SPOKEN SCRIPT: "CTE 6 is the quality gate for the usage data itself. We enforce two conditions: </a:t>
            </a:r>
            <a:r>
              <a:rPr lang="en-US">
                <a:highlight>
                  <a:srgbClr val="FFFF00"/>
                </a:highlight>
              </a:rPr>
              <a:t>the instance must have a</a:t>
            </a:r>
            <a:r>
              <a:rPr lang="en-US"/>
              <a:t>t least 12 measurement windows — one hour of history — and its average CPU must be above a near-zero threshold to exclude containers that are idle or pre-loading binaries. But this is only the first pass. In Python, after we detect monitoring gaps and split sequences at gap boundaries, we re-apply the same 12-window minimum to every resulting piece independently."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TABLE: instance_events. Only SUBMIT events (type=0) with non-null resource_request.cpus and resource_request.memory are read. GROUP BY (collection_id, instance_index) with MIN() captures the original baseline declaration.
KEY CONCEPTS: req_cpu = declared CPU limit in NCU — CPU above this is throttled. req_memory = declared memory limit in normalised bytes — memory above this triggers an OOM kill. scheduling_class: 0=non-production, 1=development, 2=batch, 3=latency-sensitive (revenue-generating). priority tiers: Free (≤99), Best-effort Batch (100-115), Mid-tier (116-119), Production (120-359), Monitoring (≥360).
SPOKEN SCRIPT: "CTE 4 brings in the declared resource requests from the job submission event. These are critical for two reasons: the optimiser needs req_memory to know how much overcommitment headroom exists before an OOM kill, and scheduling_class tells the optimiser which containers have strict SLA requirements. Our EDA confirmed scheduling_class correlates 0.268 with actual CPU usage and 0.605 with priority — it is a genuinely predictive feature.“</a:t>
            </a:r>
          </a:p>
          <a:p>
            <a:endParaRPr lang="en-US"/>
          </a:p>
          <a:p>
            <a:r>
              <a:rPr lang="en-CA" b="1"/>
              <a:t>Priority</a:t>
            </a:r>
            <a:r>
              <a:rPr lang="en-CA"/>
              <a:t> determines which workloads get access to cluster resources first when there is competition — higher numbers win, and the scheduler will </a:t>
            </a:r>
            <a:r>
              <a:rPr lang="en-CA" err="1"/>
              <a:t>preempt</a:t>
            </a:r>
            <a:r>
              <a:rPr lang="en-CA"/>
              <a:t> lower-priority containers to make room for higher-priority ones.</a:t>
            </a:r>
          </a:p>
          <a:p>
            <a:r>
              <a:rPr lang="en-CA" b="1"/>
              <a:t>Scheduling class</a:t>
            </a:r>
            <a:r>
              <a:rPr lang="en-CA"/>
              <a:t> is a separate label (0–3) that describes how latency-sensitive a workload is — not whether it gets resources, but how the machine treats it once it does, with class 3 (latency-sensitive, revenue-generating services) receiving the tightest local quality-of-service guarantees and class 0 (non-production) receiving the most relaxed treatment.</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060475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F73245-8FAB-A2BC-DA0A-C12C7DA8D9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624E74-45F4-51FC-E676-33D06F3865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5CA34D-7AC2-0F5C-14ED-6ECA28788BC0}"/>
              </a:ext>
            </a:extLst>
          </p:cNvPr>
          <p:cNvSpPr>
            <a:spLocks noGrp="1"/>
          </p:cNvSpPr>
          <p:nvPr>
            <p:ph type="body" idx="1"/>
          </p:nvPr>
        </p:nvSpPr>
        <p:spPr/>
        <p:txBody>
          <a:bodyPr/>
          <a:lstStyle/>
          <a:p>
            <a:r>
              <a:rPr lang="en-US"/>
              <a:t>SOURCE TABLES: instance_usage (cols 1-6, 10-18), instance_events (cols 7-9, 19-22), collection_events (col 24), Python gap detection (sub_seq_id col 10).
KEY CONCEPTS: sub_seq_id is a Python-computed integer that increments each time a monitoring gap &gt;300 seconds is detected within one instance. The LSTM sequence key is (collection_id, instance_index, sub_seq_id) — NOT (collection_id, instance_index) alone. mem_overcommit_ratio is diagnostic only — EDA confirmed correlation of -0.09 with avg_mem, so it carries no predictive signal. assigned_memory (correlation 0.764 with avg_mem) is the preferred memory headroom proxy.
SPOKEN SCRIPT: "The final master table has 26 columns organised into six functional groups. The two LSTM targets — avg_cpu and avg_mem — are highlighted in blue. The optimiser outputs are derived from the predicted sequences after training, not direct model outputs. The diagnostic group contains mem_overcommit_ratio, which our EDA showed has essentially no correlation with actual memory usage — we keep it for interpretability but exclude it from the feature set."</a:t>
            </a:r>
          </a:p>
        </p:txBody>
      </p:sp>
      <p:sp>
        <p:nvSpPr>
          <p:cNvPr id="4" name="Slide Number Placeholder 3">
            <a:extLst>
              <a:ext uri="{FF2B5EF4-FFF2-40B4-BE49-F238E27FC236}">
                <a16:creationId xmlns:a16="http://schemas.microsoft.com/office/drawing/2014/main" id="{3749E910-9E9D-0E0B-7ADF-881759E8AF9C}"/>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1090606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A74DD-5CB4-F929-03DB-F7B29CC056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06E11E-50F4-4DB0-6BF0-27FD8AF675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1967A9-E2B2-A6F6-C93B-614CC7D707C1}"/>
              </a:ext>
            </a:extLst>
          </p:cNvPr>
          <p:cNvSpPr>
            <a:spLocks noGrp="1"/>
          </p:cNvSpPr>
          <p:nvPr>
            <p:ph type="body" idx="1"/>
          </p:nvPr>
        </p:nvSpPr>
        <p:spPr/>
        <p:txBody>
          <a:bodyPr/>
          <a:lstStyle/>
          <a:p>
            <a:r>
              <a:rPr lang="en-US"/>
              <a:t>SOURCE TABLES: instance_usage (cols 1-6, 10-18), instance_events (cols 7-9, 19-22), collection_events (col 24), Python gap detection (sub_seq_id col 10).
KEY CONCEPTS: sub_seq_id is a Python-computed integer that increments each time a monitoring gap &gt;300 seconds is detected within one instance. The LSTM sequence key is (collection_id, instance_index, sub_seq_id) — NOT (collection_id, instance_index) alone. mem_overcommit_ratio is diagnostic only — EDA confirmed correlation of -0.09 with avg_mem, so it carries no predictive signal. assigned_memory (correlation 0.764 with avg_mem) is the preferred memory headroom proxy.
SPOKEN SCRIPT: "The final master table has 26 columns organised into six functional groups. The two LSTM targets — avg_cpu and avg_mem — are highlighted in blue. The optimiser outputs are derived from the predicted sequences after training, not direct model outputs. The diagnostic group contains mem_overcommit_ratio, which our EDA showed has essentially no correlation with actual memory usage — we keep it for interpretability but exclude it from the feature set."</a:t>
            </a:r>
          </a:p>
        </p:txBody>
      </p:sp>
      <p:sp>
        <p:nvSpPr>
          <p:cNvPr id="4" name="Slide Number Placeholder 3">
            <a:extLst>
              <a:ext uri="{FF2B5EF4-FFF2-40B4-BE49-F238E27FC236}">
                <a16:creationId xmlns:a16="http://schemas.microsoft.com/office/drawing/2014/main" id="{DA60AF0F-05A7-EEBD-D337-80C6B2236305}"/>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41979746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92944A-A2B5-1B26-576C-8236D6532A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0B2359-1F07-22BB-19DB-24BD9F9E63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EA3CEE-A556-2234-B50B-E6D8FDFC752F}"/>
              </a:ext>
            </a:extLst>
          </p:cNvPr>
          <p:cNvSpPr>
            <a:spLocks noGrp="1"/>
          </p:cNvSpPr>
          <p:nvPr>
            <p:ph type="body" idx="1"/>
          </p:nvPr>
        </p:nvSpPr>
        <p:spPr/>
        <p:txBody>
          <a:bodyPr/>
          <a:lstStyle/>
          <a:p>
            <a:r>
              <a:rPr lang="en-US"/>
              <a:t>SOURCE TABLES: instance_usage (cols 1-6, 10-18), instance_events (cols 7-9, 19-22), collection_events (col 24), Python gap detection (sub_seq_id col 10).
KEY CONCEPTS: sub_seq_id is a Python-computed integer that increments each time a monitoring gap &gt;300 seconds is detected within one instance. The LSTM sequence key is (collection_id, instance_index, sub_seq_id) — NOT (collection_id, instance_index) alone. mem_overcommit_ratio is diagnostic only — EDA confirmed correlation of -0.09 with avg_mem, so it carries no predictive signal. assigned_memory (correlation 0.764 with avg_mem) is the preferred memory headroom proxy.
SPOKEN SCRIPT: "The final master table has 26 columns organised into six functional groups. The two LSTM targets — avg_cpu and avg_mem — are highlighted in blue. The optimiser outputs are derived from the predicted sequences after training, not direct model outputs. The diagnostic group contains mem_overcommit_ratio, which our EDA showed has essentially no correlation with actual memory usage — we keep it for interpretability but exclude it from the feature set."</a:t>
            </a:r>
          </a:p>
        </p:txBody>
      </p:sp>
      <p:sp>
        <p:nvSpPr>
          <p:cNvPr id="4" name="Slide Number Placeholder 3">
            <a:extLst>
              <a:ext uri="{FF2B5EF4-FFF2-40B4-BE49-F238E27FC236}">
                <a16:creationId xmlns:a16="http://schemas.microsoft.com/office/drawing/2014/main" id="{1200ACBD-0B2C-217F-27E9-1F30FD54685A}"/>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29855293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7BA9D-92C2-5608-7E2F-B9E5C5A47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209001-580D-A549-F0B6-A5594E0A91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9D739F-6305-CF3F-16FF-3FEB2D083FBC}"/>
              </a:ext>
            </a:extLst>
          </p:cNvPr>
          <p:cNvSpPr>
            <a:spLocks noGrp="1"/>
          </p:cNvSpPr>
          <p:nvPr>
            <p:ph type="body" idx="1"/>
          </p:nvPr>
        </p:nvSpPr>
        <p:spPr/>
        <p:txBody>
          <a:bodyPr/>
          <a:lstStyle/>
          <a:p>
            <a:r>
              <a:rPr lang="en-US"/>
              <a:t>SOURCE TABLES: instance_usage (cols 1-6, 10-18), instance_events (cols 7-9, 19-22), collection_events (col 24), Python gap detection (sub_seq_id col 10).
KEY CONCEPTS: sub_seq_id is a Python-computed integer that increments each time a monitoring gap &gt;300 seconds is detected within one instance. The LSTM sequence key is (collection_id, instance_index, sub_seq_id) — NOT (collection_id, instance_index) alone. mem_overcommit_ratio is diagnostic only — EDA confirmed correlation of -0.09 with avg_mem, so it carries no predictive signal. assigned_memory (correlation 0.764 with avg_mem) is the preferred memory headroom proxy.
SPOKEN SCRIPT: "The final master table has 26 columns organised into six functional groups. The two LSTM targets — avg_cpu and avg_mem — are highlighted in blue. The optimiser outputs are derived from the predicted sequences after training, not direct model outputs. The diagnostic group contains mem_overcommit_ratio, which our EDA showed has essentially no correlation with actual memory usage — we keep it for interpretability but exclude it from the feature set."</a:t>
            </a:r>
          </a:p>
        </p:txBody>
      </p:sp>
      <p:sp>
        <p:nvSpPr>
          <p:cNvPr id="4" name="Slide Number Placeholder 3">
            <a:extLst>
              <a:ext uri="{FF2B5EF4-FFF2-40B4-BE49-F238E27FC236}">
                <a16:creationId xmlns:a16="http://schemas.microsoft.com/office/drawing/2014/main" id="{9BD444B3-BEFB-45C0-EFE1-0E60AEBF9D59}"/>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41782203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BFEA9-AF59-9F1B-F404-352C1B500A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6541B6-21C3-688E-BE2F-BB9112A5B7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B86536-455A-86AE-2599-B5427F2F67A8}"/>
              </a:ext>
            </a:extLst>
          </p:cNvPr>
          <p:cNvSpPr>
            <a:spLocks noGrp="1"/>
          </p:cNvSpPr>
          <p:nvPr>
            <p:ph type="body" idx="1"/>
          </p:nvPr>
        </p:nvSpPr>
        <p:spPr/>
        <p:txBody>
          <a:bodyPr/>
          <a:lstStyle/>
          <a:p>
            <a:r>
              <a:rPr lang="en-US"/>
              <a:t>SOURCE TABLES: instance_usage (cols 1-6, 10-18), instance_events (cols 7-9, 19-22), collection_events (col 24), Python gap detection (sub_seq_id col 10).
KEY CONCEPTS: sub_seq_id is a Python-computed integer that increments each time a monitoring gap &gt;300 seconds is detected within one instance. The LSTM sequence key is (collection_id, instance_index, sub_seq_id) — NOT (collection_id, instance_index) alone. mem_overcommit_ratio is diagnostic only — EDA confirmed correlation of -0.09 with avg_mem, so it carries no predictive signal. assigned_memory (correlation 0.764 with avg_mem) is the preferred memory headroom proxy.
SPOKEN SCRIPT: "The final master table has 26 columns organised into six functional groups. The two LSTM targets — avg_cpu and avg_mem — are highlighted in blue. The optimiser outputs are derived from the predicted sequences after training, not direct model outputs. The diagnostic group contains mem_overcommit_ratio, which our EDA showed has essentially no correlation with actual memory usage — we keep it for interpretability but exclude it from the feature set."</a:t>
            </a:r>
          </a:p>
        </p:txBody>
      </p:sp>
      <p:sp>
        <p:nvSpPr>
          <p:cNvPr id="4" name="Slide Number Placeholder 3">
            <a:extLst>
              <a:ext uri="{FF2B5EF4-FFF2-40B4-BE49-F238E27FC236}">
                <a16:creationId xmlns:a16="http://schemas.microsoft.com/office/drawing/2014/main" id="{1EF407A7-15A1-2293-32B0-B5B3237D0E78}"/>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37392766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31019-732A-D59C-6084-42519CE91A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FE4A31-9CAE-6F9D-4F71-388D357CC8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555F11-BA32-6474-27CA-7474F593C648}"/>
              </a:ext>
            </a:extLst>
          </p:cNvPr>
          <p:cNvSpPr>
            <a:spLocks noGrp="1"/>
          </p:cNvSpPr>
          <p:nvPr>
            <p:ph type="body" idx="1"/>
          </p:nvPr>
        </p:nvSpPr>
        <p:spPr/>
        <p:txBody>
          <a:bodyPr/>
          <a:lstStyle/>
          <a:p>
            <a:r>
              <a:rPr lang="en-US"/>
              <a:t>SOURCE TABLES: instance_usage (cols 1-6, 10-18), instance_events (cols 7-9, 19-22), collection_events (col 24), Python gap detection (sub_seq_id col 10).
KEY CONCEPTS: sub_seq_id is a Python-computed integer that increments each time a monitoring gap &gt;300 seconds is detected within one instance. The LSTM sequence key is (collection_id, instance_index, sub_seq_id) — NOT (collection_id, instance_index) alone. mem_overcommit_ratio is diagnostic only — EDA confirmed correlation of -0.09 with avg_mem, so it carries no predictive signal. assigned_memory (correlation 0.764 with avg_mem) is the preferred memory headroom proxy.
SPOKEN SCRIPT: "The final master table has 26 columns organised into six functional groups. The two LSTM targets — avg_cpu and avg_mem — are highlighted in blue. The optimiser outputs are derived from the predicted sequences after training, not direct model outputs. The diagnostic group contains mem_overcommit_ratio, which our EDA showed has essentially no correlation with actual memory usage — we keep it for interpretability but exclude it from the feature set."</a:t>
            </a:r>
          </a:p>
        </p:txBody>
      </p:sp>
      <p:sp>
        <p:nvSpPr>
          <p:cNvPr id="4" name="Slide Number Placeholder 3">
            <a:extLst>
              <a:ext uri="{FF2B5EF4-FFF2-40B4-BE49-F238E27FC236}">
                <a16:creationId xmlns:a16="http://schemas.microsoft.com/office/drawing/2014/main" id="{A6A6250B-E052-6876-CFEC-36B8A7E569C2}"/>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24109647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5F040-C100-B12E-93AC-2E4771B2DB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DBB03E-97F5-A42A-90C8-5B66B5306D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A718E3-84DB-113D-4253-EDF84656D429}"/>
              </a:ext>
            </a:extLst>
          </p:cNvPr>
          <p:cNvSpPr>
            <a:spLocks noGrp="1"/>
          </p:cNvSpPr>
          <p:nvPr>
            <p:ph type="body" idx="1"/>
          </p:nvPr>
        </p:nvSpPr>
        <p:spPr/>
        <p:txBody>
          <a:bodyPr/>
          <a:lstStyle/>
          <a:p>
            <a:r>
              <a:rPr lang="en-US"/>
              <a:t>SOURCE TABLES: instance_usage (cols 1-6, 10-18), instance_events (cols 7-9, 19-22), collection_events (col 24), Python gap detection (sub_seq_id col 10).
KEY CONCEPTS: sub_seq_id is a Python-computed integer that increments each time a monitoring gap &gt;300 seconds is detected within one instance. The LSTM sequence key is (collection_id, instance_index, sub_seq_id) — NOT (collection_id, instance_index) alone. mem_overcommit_ratio is diagnostic only — EDA confirmed correlation of -0.09 with avg_mem, so it carries no predictive signal. assigned_memory (correlation 0.764 with avg_mem) is the preferred memory headroom proxy.
SPOKEN SCRIPT: "The final master table has 26 columns organised into six functional groups. The two LSTM targets — avg_cpu and avg_mem — are highlighted in blue. The optimiser outputs are derived from the predicted sequences after training, not direct model outputs. The diagnostic group contains mem_overcommit_ratio, which our EDA showed has essentially no correlation with actual memory usage — we keep it for interpretability but exclude it from the feature set."</a:t>
            </a:r>
          </a:p>
        </p:txBody>
      </p:sp>
      <p:sp>
        <p:nvSpPr>
          <p:cNvPr id="4" name="Slide Number Placeholder 3">
            <a:extLst>
              <a:ext uri="{FF2B5EF4-FFF2-40B4-BE49-F238E27FC236}">
                <a16:creationId xmlns:a16="http://schemas.microsoft.com/office/drawing/2014/main" id="{ED939437-E53B-3AF5-A720-94A793BCF415}"/>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37165824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FF795-7655-D2E0-887C-96CF894802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86247D-25A3-0D2D-3017-5A51D37A7F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75CF37-4CD1-BE2D-35AB-59F65485C098}"/>
              </a:ext>
            </a:extLst>
          </p:cNvPr>
          <p:cNvSpPr>
            <a:spLocks noGrp="1"/>
          </p:cNvSpPr>
          <p:nvPr>
            <p:ph type="body" idx="1"/>
          </p:nvPr>
        </p:nvSpPr>
        <p:spPr/>
        <p:txBody>
          <a:bodyPr/>
          <a:lstStyle/>
          <a:p>
            <a:r>
              <a:rPr lang="en-US"/>
              <a:t>SOURCE TABLES: instance_usage (cols 1-6, 10-18), instance_events (cols 7-9, 19-22), collection_events (col 24), Python gap detection (sub_seq_id col 10).
KEY CONCEPTS: sub_seq_id is a Python-computed integer that increments each time a monitoring gap &gt;300 seconds is detected within one instance. The LSTM sequence key is (collection_id, instance_index, sub_seq_id) — NOT (collection_id, instance_index) alone. mem_overcommit_ratio is diagnostic only — EDA confirmed correlation of -0.09 with avg_mem, so it carries no predictive signal. assigned_memory (correlation 0.764 with avg_mem) is the preferred memory headroom proxy.
SPOKEN SCRIPT: "The final master table has 26 columns organised into six functional groups. The two LSTM targets — avg_cpu and avg_mem — are highlighted in blue. The optimiser outputs are derived from the predicted sequences after training, not direct model outputs. The diagnostic group contains mem_overcommit_ratio, which our EDA showed has essentially no correlation with actual memory usage — we keep it for interpretability but exclude it from the feature set."</a:t>
            </a:r>
          </a:p>
        </p:txBody>
      </p:sp>
      <p:sp>
        <p:nvSpPr>
          <p:cNvPr id="4" name="Slide Number Placeholder 3">
            <a:extLst>
              <a:ext uri="{FF2B5EF4-FFF2-40B4-BE49-F238E27FC236}">
                <a16:creationId xmlns:a16="http://schemas.microsoft.com/office/drawing/2014/main" id="{61D0F0B7-279D-3F9B-E754-718FB86F73DA}"/>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8556246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TABLES: instance_usage (cols 1-6, 10-18), instance_events (cols 7-9, 19-22), collection_events (col 24), Python gap detection (sub_seq_id col 10).
KEY CONCEPTS: sub_seq_id is a Python-computed integer that increments each time a monitoring gap &gt;300 seconds is detected within one instance. The LSTM sequence key is (collection_id, instance_index, sub_seq_id) — NOT (collection_id, instance_index) alone. mem_overcommit_ratio is diagnostic only — EDA confirmed correlation of -0.09 with avg_mem, so it carries no predictive signal. assigned_memory (correlation 0.764 with avg_mem) is the preferred memory headroom proxy.
SPOKEN SCRIPT: "The final master table has 26 columns organised into six functional groups. The two LSTM targets — avg_cpu and avg_mem — are highlighted in blue. The optimiser outputs are derived from the predicted sequences after training, not direct model outputs. The diagnostic group contains mem_overcommit_ratio, which our EDA showed has essentially no correlation with actual memory usage — we keep it for interpretability but exclude it from the feature set."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TABLES: This row comes from the inner join of instance_usage (all usage metrics) with stable_instances (scheduled_time), terminal_info (terminal_type), inst_requests (req_cpu, req_memory, scheduling_class, priority), tenant_map (user), and Python gap detection (sub_seq_id).
KEY CONCEPTS: NCU = Normalised Compute Unit — CPU is scaled so the largest machine in the cluster = 1.0. Memory similarly normalised. Burst ratio = max_cpu / avg_cpu — shows how spiky the workload is. sub_seq_id=0 means no gaps were detected before this window in this instance's sequence.
SPOKEN SCRIPT: "Let's ground the schema in a concrete example. This row tells us that at the very start of the trace, container 30 of job 201428 was running as a production-tier, latency-sensitive workload. It was consuming about 4% of a machine's CPU and 2.2% of its memory — well within its declared limits. The burst factor of 1.6 on CPU is relevant: the LSTM needs to learn that this workload occasionally spikes above its average, and the optimiser needs headroom to absorb that. And because this instance eventually finished normally, the Random Forest classifier will label it as stable."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DATASET LOCATION: gs://capstone-cluster-lstm/winner_dataset/week1_final/ — 220 Parquet files, ~1.36 GB compressed. Week 2 (test set, days 8-14) to be extracted after supervisor validation using identical query logic with updated time window constants.
KEY CONCEPTS: Week 1 / Week 2 split preserves temporal ordering — training always precedes testing. This is academically stronger than a random split within one week. The test set comes from a genuinely independent time period. Per-tenant evaluation is mandatory because the top tenant accounts for ~61% of jobs — aggregate metrics mask performance on minority tenants.
SPOKEN SCRIPT: "The extraction pipeline is complete and the Week 1 dataset is live in Google Cloud Storage, re-sharded so every container's complete sequence is in a single file. The immediate next step is the preprocessing notebook, which will construct the LSTM input-target tensor pairs and produce the stratified train/validation/test split. We then train on Week 1 and evaluate on a held-out Week 2 — a temporal split that is both methodologically sound and directly relevant to how a real-world scheduler would be deployed and evaluated. Thank you."</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0" i="0" u="none" strike="noStrike" kern="1200">
                <a:solidFill>
                  <a:schemeClr val="tx1"/>
                </a:solidFill>
                <a:effectLst/>
                <a:latin typeface="+mn-lt"/>
                <a:ea typeface="+mn-ea"/>
                <a:cs typeface="+mn-cs"/>
              </a:rPr>
              <a:t>These charts provide qualitative evaluation of the forecasting behavior. They show whether the predicted sequence follows the actual workload trend over the forecasting horizon, helping us visually assess stability, trend learning, spike handling, and forecast drift beyond numerical metrics alone.</a:t>
            </a:r>
          </a:p>
          <a:p>
            <a:r>
              <a:rPr lang="en-CA" sz="1200" b="0" i="0" kern="1200">
                <a:solidFill>
                  <a:schemeClr val="tx1"/>
                </a:solidFill>
                <a:effectLst/>
                <a:latin typeface="+mn-lt"/>
                <a:ea typeface="+mn-ea"/>
                <a:cs typeface="+mn-cs"/>
              </a:rPr>
              <a:t>Good </a:t>
            </a:r>
            <a:r>
              <a:rPr lang="en-CA" sz="1200" b="0" i="0" kern="1200">
                <a:solidFill>
                  <a:schemeClr val="tx1"/>
                </a:solidFill>
                <a:effectLst/>
                <a:latin typeface="+mn-lt"/>
                <a:ea typeface="+mn-ea"/>
                <a:cs typeface="+mn-cs"/>
                <a:sym typeface="Wingdings" pitchFamily="2" charset="2"/>
              </a:rPr>
              <a:t> </a:t>
            </a:r>
            <a:r>
              <a:rPr lang="en-CA" sz="1200" b="0" i="0" kern="1200">
                <a:solidFill>
                  <a:schemeClr val="tx1"/>
                </a:solidFill>
                <a:effectLst/>
                <a:latin typeface="+mn-lt"/>
                <a:ea typeface="+mn-ea"/>
                <a:cs typeface="+mn-cs"/>
              </a:rPr>
              <a:t>Prediction closely follows the actual workload trend</a:t>
            </a:r>
          </a:p>
          <a:p>
            <a:r>
              <a:rPr lang="en-CA" sz="1200" b="0" i="0" kern="1200">
                <a:solidFill>
                  <a:schemeClr val="tx1"/>
                </a:solidFill>
                <a:effectLst/>
                <a:latin typeface="+mn-lt"/>
                <a:ea typeface="+mn-ea"/>
                <a:cs typeface="+mn-cs"/>
              </a:rPr>
              <a:t>Moderate </a:t>
            </a:r>
            <a:r>
              <a:rPr lang="en-CA" sz="1200" b="0" i="0" kern="1200">
                <a:solidFill>
                  <a:schemeClr val="tx1"/>
                </a:solidFill>
                <a:effectLst/>
                <a:latin typeface="+mn-lt"/>
                <a:ea typeface="+mn-ea"/>
                <a:cs typeface="+mn-cs"/>
                <a:sym typeface="Wingdings" pitchFamily="2" charset="2"/>
              </a:rPr>
              <a:t> </a:t>
            </a:r>
            <a:r>
              <a:rPr lang="en-CA" sz="1200" b="0" i="0" kern="1200">
                <a:solidFill>
                  <a:schemeClr val="tx1"/>
                </a:solidFill>
                <a:effectLst/>
                <a:latin typeface="+mn-lt"/>
                <a:ea typeface="+mn-ea"/>
                <a:cs typeface="+mn-cs"/>
              </a:rPr>
              <a:t>Model captures the general direction but not perfectly</a:t>
            </a:r>
          </a:p>
          <a:p>
            <a:r>
              <a:rPr lang="en-CA" sz="1200" b="0" i="0" kern="1200">
                <a:solidFill>
                  <a:schemeClr val="tx1"/>
                </a:solidFill>
                <a:effectLst/>
                <a:latin typeface="+mn-lt"/>
                <a:ea typeface="+mn-ea"/>
                <a:cs typeface="+mn-cs"/>
              </a:rPr>
              <a:t>Poor </a:t>
            </a:r>
            <a:r>
              <a:rPr lang="en-CA" sz="1200" b="0" i="0" kern="1200">
                <a:solidFill>
                  <a:schemeClr val="tx1"/>
                </a:solidFill>
                <a:effectLst/>
                <a:latin typeface="+mn-lt"/>
                <a:ea typeface="+mn-ea"/>
                <a:cs typeface="+mn-cs"/>
                <a:sym typeface="Wingdings" pitchFamily="2" charset="2"/>
              </a:rPr>
              <a:t> </a:t>
            </a:r>
            <a:r>
              <a:rPr lang="en-CA" sz="1200" b="0" i="0" kern="1200">
                <a:solidFill>
                  <a:schemeClr val="tx1"/>
                </a:solidFill>
                <a:effectLst/>
                <a:latin typeface="+mn-lt"/>
                <a:ea typeface="+mn-ea"/>
                <a:cs typeface="+mn-cs"/>
              </a:rPr>
              <a:t>Model fails to capture bursty or unstable workload behavior</a:t>
            </a:r>
          </a:p>
          <a:p>
            <a:r>
              <a:rPr lang="en-CA" sz="1200" b="0" i="0" kern="1200">
                <a:solidFill>
                  <a:schemeClr val="tx1"/>
                </a:solidFill>
                <a:effectLst/>
                <a:latin typeface="+mn-lt"/>
                <a:ea typeface="+mn-ea"/>
                <a:cs typeface="+mn-cs"/>
              </a:rPr>
              <a:t>Diverging </a:t>
            </a:r>
            <a:r>
              <a:rPr lang="en-CA" sz="1200" b="0" i="0" kern="1200">
                <a:solidFill>
                  <a:schemeClr val="tx1"/>
                </a:solidFill>
                <a:effectLst/>
                <a:latin typeface="+mn-lt"/>
                <a:ea typeface="+mn-ea"/>
                <a:cs typeface="+mn-cs"/>
                <a:sym typeface="Wingdings" pitchFamily="2" charset="2"/>
              </a:rPr>
              <a:t> </a:t>
            </a:r>
            <a:r>
              <a:rPr lang="en-CA" sz="1200" b="0" i="0" kern="1200">
                <a:solidFill>
                  <a:schemeClr val="tx1"/>
                </a:solidFill>
                <a:effectLst/>
                <a:latin typeface="+mn-lt"/>
                <a:ea typeface="+mn-ea"/>
                <a:cs typeface="+mn-cs"/>
              </a:rPr>
              <a:t>Prediction error increases over longer forecast horizons</a:t>
            </a:r>
          </a:p>
          <a:p>
            <a:r>
              <a:rPr lang="en-CA" sz="1200" b="0" i="0" u="none" strike="noStrike" kern="1200">
                <a:solidFill>
                  <a:schemeClr val="tx1"/>
                </a:solidFill>
                <a:effectLst/>
                <a:latin typeface="+mn-lt"/>
                <a:ea typeface="+mn-ea"/>
                <a:cs typeface="+mn-cs"/>
              </a:rPr>
              <a:t>The examples are consistent with the evaluation metrics. Memory forecasting generally performs better because memory usage is smoother and more stable, while CPU forecasting is harder due to bursty and dynamic workload behavior.</a:t>
            </a:r>
          </a:p>
          <a:p>
            <a:r>
              <a:rPr lang="en-CA" sz="1200" b="0" i="0" u="none" strike="noStrike" kern="1200">
                <a:solidFill>
                  <a:schemeClr val="tx1"/>
                </a:solidFill>
                <a:effectLst/>
                <a:latin typeface="+mn-lt"/>
                <a:ea typeface="+mn-ea"/>
                <a:cs typeface="+mn-cs"/>
              </a:rPr>
              <a:t>We included qualitative forecast examples because average metrics alone do not fully explain model behavior in cloud workload forecasting. Visual inspection helps evaluate stability, trend learning, burst handling, and forecast drift.</a:t>
            </a:r>
            <a:endParaRPr lang="en-CA" sz="1200" b="0" i="0" kern="120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C5DAEF-578A-F120-8534-05ECE52AE0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0E82D2-52BC-A243-2C6B-F0BA7F4C91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9E1B2C-0675-369C-43DA-E1C0BC98FE9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6A79A7D-DD6B-5803-1702-12D27C14E0CB}"/>
              </a:ext>
            </a:extLst>
          </p:cNvPr>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25955017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microsoft.com/office/2007/relationships/hdphoto" Target="../media/hdphoto1.wdp"/><Relationship Id="rId5" Type="http://schemas.openxmlformats.org/officeDocument/2006/relationships/image" Target="../media/image5.png"/><Relationship Id="rId4" Type="http://schemas.microsoft.com/office/2007/relationships/hdphoto" Target="../media/hdphoto2.wdp"/></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microsoft.com/office/2018/10/relationships/comments" Target="../comments/modernComment_10B_0.xml"/><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2563EB"/>
          </a:solidFill>
          <a:ln w="12700">
            <a:solidFill>
              <a:srgbClr val="2563EB"/>
            </a:solidFill>
            <a:prstDash val="solid"/>
          </a:ln>
        </p:spPr>
        <p:txBody>
          <a:bodyPr/>
          <a:lstStyle/>
          <a:p>
            <a:endParaRPr lang="en-US"/>
          </a:p>
        </p:txBody>
      </p:sp>
      <p:sp>
        <p:nvSpPr>
          <p:cNvPr id="3" name="Shape 1"/>
          <p:cNvSpPr/>
          <p:nvPr/>
        </p:nvSpPr>
        <p:spPr>
          <a:xfrm>
            <a:off x="7132320" y="-1097280"/>
            <a:ext cx="3657600" cy="3657600"/>
          </a:xfrm>
          <a:prstGeom prst="ellipse">
            <a:avLst/>
          </a:prstGeom>
          <a:solidFill>
            <a:srgbClr val="2563EB">
              <a:alpha val="12000"/>
            </a:srgbClr>
          </a:solidFill>
          <a:ln w="12700">
            <a:solidFill>
              <a:srgbClr val="2563EB">
                <a:alpha val="20000"/>
              </a:srgbClr>
            </a:solidFill>
            <a:prstDash val="solid"/>
          </a:ln>
        </p:spPr>
        <p:txBody>
          <a:bodyPr/>
          <a:lstStyle/>
          <a:p>
            <a:endParaRPr lang="en-US"/>
          </a:p>
        </p:txBody>
      </p:sp>
      <p:sp>
        <p:nvSpPr>
          <p:cNvPr id="4" name="Shape 2"/>
          <p:cNvSpPr/>
          <p:nvPr/>
        </p:nvSpPr>
        <p:spPr>
          <a:xfrm>
            <a:off x="7772400" y="-365760"/>
            <a:ext cx="2286000" cy="2286000"/>
          </a:xfrm>
          <a:prstGeom prst="ellipse">
            <a:avLst/>
          </a:prstGeom>
          <a:solidFill>
            <a:srgbClr val="0891B2">
              <a:alpha val="15000"/>
            </a:srgbClr>
          </a:solidFill>
          <a:ln w="12700">
            <a:solidFill>
              <a:srgbClr val="0891B2">
                <a:alpha val="20000"/>
              </a:srgbClr>
            </a:solidFill>
            <a:prstDash val="solid"/>
          </a:ln>
        </p:spPr>
        <p:txBody>
          <a:bodyPr/>
          <a:lstStyle/>
          <a:p>
            <a:endParaRPr lang="en-US"/>
          </a:p>
        </p:txBody>
      </p:sp>
      <p:sp>
        <p:nvSpPr>
          <p:cNvPr id="5" name="Shape 3"/>
          <p:cNvSpPr/>
          <p:nvPr/>
        </p:nvSpPr>
        <p:spPr>
          <a:xfrm>
            <a:off x="457200" y="960120"/>
            <a:ext cx="2194560" cy="274320"/>
          </a:xfrm>
          <a:prstGeom prst="rect">
            <a:avLst/>
          </a:prstGeom>
          <a:solidFill>
            <a:srgbClr val="2563EB"/>
          </a:solidFill>
          <a:ln w="12700">
            <a:solidFill>
              <a:srgbClr val="2563EB"/>
            </a:solidFill>
            <a:prstDash val="solid"/>
          </a:ln>
        </p:spPr>
        <p:txBody>
          <a:bodyPr/>
          <a:lstStyle/>
          <a:p>
            <a:endParaRPr lang="en-US"/>
          </a:p>
        </p:txBody>
      </p:sp>
      <p:sp>
        <p:nvSpPr>
          <p:cNvPr id="6" name="Text 4"/>
          <p:cNvSpPr/>
          <p:nvPr/>
        </p:nvSpPr>
        <p:spPr>
          <a:xfrm>
            <a:off x="457200" y="960120"/>
            <a:ext cx="2194560" cy="274320"/>
          </a:xfrm>
          <a:prstGeom prst="rect">
            <a:avLst/>
          </a:prstGeom>
          <a:noFill/>
          <a:ln/>
        </p:spPr>
        <p:txBody>
          <a:bodyPr wrap="square" lIns="0" tIns="0" rIns="0" bIns="0" rtlCol="0" anchor="ctr"/>
          <a:lstStyle/>
          <a:p>
            <a:pPr marL="0" indent="0" algn="ctr">
              <a:buNone/>
            </a:pPr>
            <a:r>
              <a:rPr lang="en-US" sz="800" b="1" kern="0" spc="200">
                <a:solidFill>
                  <a:srgbClr val="FFFFFF"/>
                </a:solidFill>
                <a:latin typeface="Calibri" pitchFamily="34" charset="0"/>
                <a:ea typeface="Calibri" pitchFamily="34" charset="-122"/>
                <a:cs typeface="Calibri" pitchFamily="34" charset="-120"/>
              </a:rPr>
              <a:t>CAPSTONE PRESENTATION</a:t>
            </a:r>
            <a:endParaRPr lang="en-US" sz="800"/>
          </a:p>
        </p:txBody>
      </p:sp>
      <p:sp>
        <p:nvSpPr>
          <p:cNvPr id="7" name="Text 5"/>
          <p:cNvSpPr/>
          <p:nvPr/>
        </p:nvSpPr>
        <p:spPr>
          <a:xfrm>
            <a:off x="457200" y="1371600"/>
            <a:ext cx="6858000" cy="1737360"/>
          </a:xfrm>
          <a:prstGeom prst="rect">
            <a:avLst/>
          </a:prstGeom>
          <a:noFill/>
          <a:ln/>
        </p:spPr>
        <p:txBody>
          <a:bodyPr wrap="square" rtlCol="0" anchor="ctr"/>
          <a:lstStyle/>
          <a:p>
            <a:pPr marL="0" indent="0">
              <a:lnSpc>
                <a:spcPct val="115000"/>
              </a:lnSpc>
              <a:buNone/>
            </a:pPr>
            <a:r>
              <a:rPr lang="en-US" sz="4600" b="1">
                <a:solidFill>
                  <a:srgbClr val="FFFFFF"/>
                </a:solidFill>
                <a:latin typeface="Calibri" pitchFamily="34" charset="0"/>
                <a:ea typeface="Calibri" pitchFamily="34" charset="-122"/>
                <a:cs typeface="Calibri" pitchFamily="34" charset="-120"/>
              </a:rPr>
              <a:t>Predictive Layer</a:t>
            </a:r>
            <a:endParaRPr lang="en-US" sz="4600"/>
          </a:p>
        </p:txBody>
      </p:sp>
      <p:sp>
        <p:nvSpPr>
          <p:cNvPr id="8" name="Text 6"/>
          <p:cNvSpPr/>
          <p:nvPr/>
        </p:nvSpPr>
        <p:spPr>
          <a:xfrm>
            <a:off x="457200" y="3154680"/>
            <a:ext cx="6858000" cy="365760"/>
          </a:xfrm>
          <a:prstGeom prst="rect">
            <a:avLst/>
          </a:prstGeom>
          <a:noFill/>
          <a:ln/>
        </p:spPr>
        <p:txBody>
          <a:bodyPr wrap="square" rtlCol="0" anchor="ctr"/>
          <a:lstStyle/>
          <a:p>
            <a:pPr marL="0" indent="0">
              <a:buNone/>
            </a:pPr>
            <a:r>
              <a:rPr lang="en-US" sz="1700" i="1">
                <a:solidFill>
                  <a:srgbClr val="DBEAFE"/>
                </a:solidFill>
                <a:latin typeface="Calibri" pitchFamily="34" charset="0"/>
                <a:ea typeface="Calibri" pitchFamily="34" charset="-122"/>
                <a:cs typeface="Calibri" pitchFamily="34" charset="-120"/>
              </a:rPr>
              <a:t>LSTM Master Table · Google Cluster Trace v3</a:t>
            </a:r>
            <a:endParaRPr lang="en-US" sz="1700"/>
          </a:p>
        </p:txBody>
      </p:sp>
      <p:sp>
        <p:nvSpPr>
          <p:cNvPr id="9" name="Shape 7"/>
          <p:cNvSpPr/>
          <p:nvPr/>
        </p:nvSpPr>
        <p:spPr>
          <a:xfrm>
            <a:off x="457200" y="3657600"/>
            <a:ext cx="4572000" cy="0"/>
          </a:xfrm>
          <a:prstGeom prst="line">
            <a:avLst/>
          </a:prstGeom>
          <a:noFill/>
          <a:ln w="6350">
            <a:solidFill>
              <a:srgbClr val="64748B"/>
            </a:solidFill>
            <a:prstDash val="solid"/>
          </a:ln>
        </p:spPr>
        <p:txBody>
          <a:bodyPr/>
          <a:lstStyle/>
          <a:p>
            <a:endParaRPr lang="en-US"/>
          </a:p>
        </p:txBody>
      </p:sp>
      <p:sp>
        <p:nvSpPr>
          <p:cNvPr id="10" name="Text 8"/>
          <p:cNvSpPr/>
          <p:nvPr/>
        </p:nvSpPr>
        <p:spPr>
          <a:xfrm>
            <a:off x="457200" y="3794760"/>
            <a:ext cx="8229600" cy="320040"/>
          </a:xfrm>
          <a:prstGeom prst="rect">
            <a:avLst/>
          </a:prstGeom>
          <a:noFill/>
          <a:ln/>
        </p:spPr>
        <p:txBody>
          <a:bodyPr wrap="square" rtlCol="0" anchor="ctr"/>
          <a:lstStyle/>
          <a:p>
            <a:pPr marL="0" indent="0">
              <a:buNone/>
            </a:pPr>
            <a:r>
              <a:rPr lang="en-US" sz="1200">
                <a:solidFill>
                  <a:srgbClr val="CBD5E1"/>
                </a:solidFill>
                <a:latin typeface="Calibri" pitchFamily="34" charset="0"/>
                <a:ea typeface="Calibri" pitchFamily="34" charset="-122"/>
                <a:cs typeface="Calibri" pitchFamily="34" charset="-120"/>
              </a:rPr>
              <a:t>Multi-Tenant Kubernetes Scheduler    |    May 2026</a:t>
            </a:r>
            <a:endParaRPr lang="en-US" sz="1200"/>
          </a:p>
        </p:txBody>
      </p:sp>
      <p:sp>
        <p:nvSpPr>
          <p:cNvPr id="11" name="Text 9"/>
          <p:cNvSpPr/>
          <p:nvPr/>
        </p:nvSpPr>
        <p:spPr>
          <a:xfrm>
            <a:off x="8046720" y="4892040"/>
            <a:ext cx="914400" cy="182880"/>
          </a:xfrm>
          <a:prstGeom prst="rect">
            <a:avLst/>
          </a:prstGeom>
          <a:noFill/>
          <a:ln/>
        </p:spPr>
        <p:txBody>
          <a:bodyPr wrap="square" rtlCol="0" anchor="ctr"/>
          <a:lstStyle/>
          <a:p>
            <a:pPr marL="0" indent="0" algn="r">
              <a:buNone/>
            </a:pPr>
            <a:r>
              <a:rPr lang="en-US" sz="900">
                <a:solidFill>
                  <a:srgbClr val="64748B"/>
                </a:solidFill>
                <a:latin typeface="Calibri" pitchFamily="34" charset="0"/>
                <a:ea typeface="Calibri" pitchFamily="34" charset="-122"/>
                <a:cs typeface="Calibri" pitchFamily="34" charset="-120"/>
              </a:rPr>
              <a:t>1 / 12</a:t>
            </a:r>
            <a:endParaRPr lang="en-US" sz="900"/>
          </a:p>
        </p:txBody>
      </p:sp>
      <p:sp>
        <p:nvSpPr>
          <p:cNvPr id="12" name="Text 10"/>
          <p:cNvSpPr/>
          <p:nvPr/>
        </p:nvSpPr>
        <p:spPr>
          <a:xfrm>
            <a:off x="365760" y="4892040"/>
            <a:ext cx="5486400" cy="182880"/>
          </a:xfrm>
          <a:prstGeom prst="rect">
            <a:avLst/>
          </a:prstGeom>
          <a:noFill/>
          <a:ln/>
        </p:spPr>
        <p:txBody>
          <a:bodyPr wrap="square" rtlCol="0" anchor="ctr"/>
          <a:lstStyle/>
          <a:p>
            <a:pPr marL="0" indent="0" algn="l">
              <a:buNone/>
            </a:pPr>
            <a:r>
              <a:rPr lang="en-CA" sz="900">
                <a:solidFill>
                  <a:srgbClr val="64748B"/>
                </a:solidFill>
                <a:latin typeface="Calibri" pitchFamily="34" charset="0"/>
                <a:ea typeface="Calibri" pitchFamily="34" charset="-122"/>
                <a:cs typeface="Calibri" pitchFamily="34" charset="-120"/>
              </a:rPr>
              <a:t>Data Extraction — LSTM Master Table</a:t>
            </a:r>
            <a:endParaRPr lang="en-US" sz="9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2A4A"/>
          </a:solidFill>
          <a:ln w="12700">
            <a:solidFill>
              <a:srgbClr val="1B2A4A"/>
            </a:solidFill>
            <a:prstDash val="solid"/>
          </a:ln>
        </p:spPr>
        <p:txBody>
          <a:bodyPr/>
          <a:lstStyle/>
          <a:p>
            <a:endParaRPr lang="en-CA"/>
          </a:p>
        </p:txBody>
      </p:sp>
      <p:sp>
        <p:nvSpPr>
          <p:cNvPr id="3" name="Text 1"/>
          <p:cNvSpPr/>
          <p:nvPr/>
        </p:nvSpPr>
        <p:spPr>
          <a:xfrm>
            <a:off x="365760" y="0"/>
            <a:ext cx="8412480" cy="685800"/>
          </a:xfrm>
          <a:prstGeom prst="rect">
            <a:avLst/>
          </a:prstGeom>
          <a:noFill/>
          <a:ln/>
        </p:spPr>
        <p:txBody>
          <a:bodyPr wrap="square" lIns="0" tIns="0" rIns="0" bIns="0" rtlCol="0" anchor="ctr"/>
          <a:lstStyle/>
          <a:p>
            <a:pPr marL="0" indent="0">
              <a:buNone/>
            </a:pPr>
            <a:r>
              <a:rPr lang="en-US" sz="2200" b="1">
                <a:solidFill>
                  <a:srgbClr val="FFFFFF"/>
                </a:solidFill>
                <a:latin typeface="Calibri" pitchFamily="34" charset="0"/>
                <a:ea typeface="Calibri" pitchFamily="34" charset="-122"/>
                <a:cs typeface="Calibri" pitchFamily="34" charset="-120"/>
              </a:rPr>
              <a:t>Agenda</a:t>
            </a:r>
            <a:endParaRPr lang="en-US" sz="2200"/>
          </a:p>
        </p:txBody>
      </p:sp>
      <p:sp>
        <p:nvSpPr>
          <p:cNvPr id="40" name="Text 38"/>
          <p:cNvSpPr/>
          <p:nvPr/>
        </p:nvSpPr>
        <p:spPr>
          <a:xfrm>
            <a:off x="8046720" y="4892040"/>
            <a:ext cx="914400" cy="182880"/>
          </a:xfrm>
          <a:prstGeom prst="rect">
            <a:avLst/>
          </a:prstGeom>
          <a:noFill/>
          <a:ln/>
        </p:spPr>
        <p:txBody>
          <a:bodyPr wrap="square" rtlCol="0" anchor="ctr"/>
          <a:lstStyle/>
          <a:p>
            <a:pPr marL="0" indent="0" algn="r">
              <a:buNone/>
            </a:pPr>
            <a:r>
              <a:rPr lang="en-US" sz="900">
                <a:solidFill>
                  <a:srgbClr val="64748B"/>
                </a:solidFill>
                <a:latin typeface="Calibri" pitchFamily="34" charset="0"/>
                <a:ea typeface="Calibri" pitchFamily="34" charset="-122"/>
                <a:cs typeface="Calibri" pitchFamily="34" charset="-120"/>
              </a:rPr>
              <a:t>2 / 12</a:t>
            </a:r>
            <a:endParaRPr lang="en-US" sz="900"/>
          </a:p>
        </p:txBody>
      </p:sp>
      <p:sp>
        <p:nvSpPr>
          <p:cNvPr id="41" name="Text 39"/>
          <p:cNvSpPr/>
          <p:nvPr/>
        </p:nvSpPr>
        <p:spPr>
          <a:xfrm>
            <a:off x="365760" y="4892040"/>
            <a:ext cx="5486400" cy="182880"/>
          </a:xfrm>
          <a:prstGeom prst="rect">
            <a:avLst/>
          </a:prstGeom>
          <a:noFill/>
          <a:ln/>
        </p:spPr>
        <p:txBody>
          <a:bodyPr wrap="square" rtlCol="0" anchor="ctr"/>
          <a:lstStyle/>
          <a:p>
            <a:pPr marL="0" indent="0" algn="l">
              <a:buNone/>
            </a:pPr>
            <a:r>
              <a:rPr lang="en-CA" sz="900">
                <a:solidFill>
                  <a:srgbClr val="64748B"/>
                </a:solidFill>
                <a:latin typeface="Calibri" pitchFamily="34" charset="0"/>
                <a:ea typeface="Calibri" pitchFamily="34" charset="-122"/>
                <a:cs typeface="Calibri" pitchFamily="34" charset="-120"/>
              </a:rPr>
              <a:t>Predictive Layer — LSTM Master Table</a:t>
            </a:r>
            <a:endParaRPr lang="en-US" sz="900"/>
          </a:p>
        </p:txBody>
      </p:sp>
      <p:sp>
        <p:nvSpPr>
          <p:cNvPr id="42" name="Text 2">
            <a:extLst>
              <a:ext uri="{FF2B5EF4-FFF2-40B4-BE49-F238E27FC236}">
                <a16:creationId xmlns:a16="http://schemas.microsoft.com/office/drawing/2014/main" id="{42BC92CD-ADBB-4916-B5AB-EE013EA750FB}"/>
              </a:ext>
            </a:extLst>
          </p:cNvPr>
          <p:cNvSpPr/>
          <p:nvPr/>
        </p:nvSpPr>
        <p:spPr>
          <a:xfrm>
            <a:off x="506308" y="1349247"/>
            <a:ext cx="3977639" cy="2073403"/>
          </a:xfrm>
          <a:prstGeom prst="rect">
            <a:avLst/>
          </a:prstGeom>
          <a:noFill/>
          <a:ln/>
        </p:spPr>
        <p:txBody>
          <a:bodyPr wrap="square" rtlCol="0" anchor="ctr"/>
          <a:lstStyle/>
          <a:p>
            <a:pPr marL="342900" indent="-342900">
              <a:lnSpc>
                <a:spcPct val="200000"/>
              </a:lnSpc>
              <a:buAutoNum type="arabicPeriod"/>
            </a:pPr>
            <a:r>
              <a:rPr lang="en-US" sz="1300" b="1">
                <a:solidFill>
                  <a:srgbClr val="1B2A4A"/>
                </a:solidFill>
                <a:latin typeface="Calibri" pitchFamily="34" charset="0"/>
                <a:ea typeface="Calibri" pitchFamily="34" charset="-122"/>
                <a:cs typeface="Calibri" pitchFamily="34" charset="-120"/>
              </a:rPr>
              <a:t>Dataset Schema</a:t>
            </a:r>
          </a:p>
          <a:p>
            <a:pPr marL="342900" indent="-342900">
              <a:lnSpc>
                <a:spcPct val="200000"/>
              </a:lnSpc>
              <a:buAutoNum type="arabicPeriod"/>
            </a:pPr>
            <a:r>
              <a:rPr lang="en-US" sz="1300" b="1">
                <a:solidFill>
                  <a:srgbClr val="1B2A4A"/>
                </a:solidFill>
                <a:latin typeface="Calibri" pitchFamily="34" charset="0"/>
                <a:ea typeface="Calibri" pitchFamily="34" charset="-122"/>
                <a:cs typeface="Calibri" pitchFamily="34" charset="-120"/>
              </a:rPr>
              <a:t>Dataset Extraction</a:t>
            </a:r>
          </a:p>
          <a:p>
            <a:pPr marL="342900" indent="-342900">
              <a:lnSpc>
                <a:spcPct val="200000"/>
              </a:lnSpc>
              <a:buAutoNum type="arabicPeriod"/>
            </a:pPr>
            <a:r>
              <a:rPr lang="en-US" sz="1300" b="1">
                <a:solidFill>
                  <a:srgbClr val="1B2A4A"/>
                </a:solidFill>
                <a:latin typeface="Calibri" pitchFamily="34" charset="0"/>
                <a:cs typeface="Calibri" pitchFamily="34" charset="-120"/>
              </a:rPr>
              <a:t>EDA</a:t>
            </a:r>
          </a:p>
          <a:p>
            <a:pPr marL="342900" indent="-342900">
              <a:lnSpc>
                <a:spcPct val="200000"/>
              </a:lnSpc>
              <a:buAutoNum type="arabicPeriod"/>
            </a:pPr>
            <a:r>
              <a:rPr lang="en-US" sz="1300" b="1">
                <a:solidFill>
                  <a:srgbClr val="1B2A4A"/>
                </a:solidFill>
                <a:latin typeface="Calibri" pitchFamily="34" charset="0"/>
                <a:cs typeface="Calibri" pitchFamily="34" charset="-120"/>
              </a:rPr>
              <a:t>Baseline LSTM model</a:t>
            </a:r>
            <a:endParaRPr lang="en-US" sz="1300"/>
          </a:p>
        </p:txBody>
      </p:sp>
    </p:spTree>
    <p:extLst>
      <p:ext uri="{BB962C8B-B14F-4D97-AF65-F5344CB8AC3E}">
        <p14:creationId xmlns:p14="http://schemas.microsoft.com/office/powerpoint/2010/main" val="22173905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w="12700">
            <a:solidFill>
              <a:srgbClr val="1B2A4A"/>
            </a:solidFill>
            <a:prstDash val="solid"/>
          </a:ln>
        </p:spPr>
        <p:txBody>
          <a:bodyPr/>
          <a:lstStyle/>
          <a:p>
            <a:endParaRPr lang="en-CA"/>
          </a:p>
        </p:txBody>
      </p:sp>
      <p:sp>
        <p:nvSpPr>
          <p:cNvPr id="3" name="Text 1"/>
          <p:cNvSpPr/>
          <p:nvPr/>
        </p:nvSpPr>
        <p:spPr>
          <a:xfrm>
            <a:off x="365760" y="0"/>
            <a:ext cx="8412480" cy="658368"/>
          </a:xfrm>
          <a:prstGeom prst="rect">
            <a:avLst/>
          </a:prstGeom>
          <a:noFill/>
          <a:ln/>
        </p:spPr>
        <p:txBody>
          <a:bodyPr wrap="square" lIns="0" tIns="0" rIns="0" bIns="0" rtlCol="0" anchor="ctr"/>
          <a:lstStyle/>
          <a:p>
            <a:pPr marL="0" indent="0">
              <a:buNone/>
            </a:pPr>
            <a:r>
              <a:rPr lang="en-US" sz="2200" b="1">
                <a:solidFill>
                  <a:srgbClr val="FFFFFF"/>
                </a:solidFill>
                <a:latin typeface="Calibri" pitchFamily="34" charset="0"/>
                <a:ea typeface="Calibri" pitchFamily="34" charset="-122"/>
                <a:cs typeface="Calibri" pitchFamily="34" charset="-120"/>
              </a:rPr>
              <a:t>Final Master Table — 24 Columns</a:t>
            </a:r>
            <a:endParaRPr lang="en-US" sz="2200"/>
          </a:p>
        </p:txBody>
      </p:sp>
      <p:sp>
        <p:nvSpPr>
          <p:cNvPr id="48" name="Text 46"/>
          <p:cNvSpPr/>
          <p:nvPr/>
        </p:nvSpPr>
        <p:spPr>
          <a:xfrm>
            <a:off x="228600" y="4911713"/>
            <a:ext cx="5486400" cy="201168"/>
          </a:xfrm>
          <a:prstGeom prst="rect">
            <a:avLst/>
          </a:prstGeom>
          <a:noFill/>
          <a:ln/>
        </p:spPr>
        <p:txBody>
          <a:bodyPr wrap="square" rtlCol="0" anchor="ctr"/>
          <a:lstStyle/>
          <a:p>
            <a:pPr marL="0" indent="0">
              <a:buNone/>
            </a:pPr>
            <a:r>
              <a:rPr lang="en-US" sz="900" i="1">
                <a:solidFill>
                  <a:srgbClr val="64748B"/>
                </a:solidFill>
                <a:latin typeface="Calibri" pitchFamily="34" charset="0"/>
                <a:ea typeface="Calibri" pitchFamily="34" charset="-122"/>
                <a:cs typeface="Calibri" pitchFamily="34" charset="-120"/>
              </a:rPr>
              <a:t>★ = Primary LSTM prediction targets</a:t>
            </a:r>
            <a:endParaRPr lang="en-US" sz="900"/>
          </a:p>
        </p:txBody>
      </p:sp>
      <p:sp>
        <p:nvSpPr>
          <p:cNvPr id="49" name="Text 47"/>
          <p:cNvSpPr/>
          <p:nvPr/>
        </p:nvSpPr>
        <p:spPr>
          <a:xfrm>
            <a:off x="8046720" y="4892040"/>
            <a:ext cx="914400" cy="182880"/>
          </a:xfrm>
          <a:prstGeom prst="rect">
            <a:avLst/>
          </a:prstGeom>
          <a:noFill/>
          <a:ln/>
        </p:spPr>
        <p:txBody>
          <a:bodyPr wrap="square" rtlCol="0" anchor="ctr"/>
          <a:lstStyle/>
          <a:p>
            <a:pPr marL="0" indent="0" algn="r">
              <a:buNone/>
            </a:pPr>
            <a:r>
              <a:rPr lang="en-US" sz="900">
                <a:solidFill>
                  <a:srgbClr val="64748B"/>
                </a:solidFill>
                <a:latin typeface="Calibri" pitchFamily="34" charset="0"/>
                <a:ea typeface="Calibri" pitchFamily="34" charset="-122"/>
                <a:cs typeface="Calibri" pitchFamily="34" charset="-120"/>
              </a:rPr>
              <a:t>9 / 12</a:t>
            </a:r>
            <a:endParaRPr lang="en-US" sz="900"/>
          </a:p>
        </p:txBody>
      </p:sp>
      <p:sp>
        <p:nvSpPr>
          <p:cNvPr id="50" name="Text 48"/>
          <p:cNvSpPr/>
          <p:nvPr/>
        </p:nvSpPr>
        <p:spPr>
          <a:xfrm>
            <a:off x="2381596" y="4911713"/>
            <a:ext cx="5486400" cy="182880"/>
          </a:xfrm>
          <a:prstGeom prst="rect">
            <a:avLst/>
          </a:prstGeom>
          <a:noFill/>
          <a:ln/>
        </p:spPr>
        <p:txBody>
          <a:bodyPr wrap="square" rtlCol="0" anchor="ctr"/>
          <a:lstStyle/>
          <a:p>
            <a:pPr marL="0" indent="0" algn="l">
              <a:buNone/>
            </a:pPr>
            <a:r>
              <a:rPr lang="en-CA" sz="900">
                <a:solidFill>
                  <a:srgbClr val="64748B"/>
                </a:solidFill>
                <a:latin typeface="Calibri" pitchFamily="34" charset="0"/>
                <a:ea typeface="Calibri" pitchFamily="34" charset="-122"/>
                <a:cs typeface="Calibri" pitchFamily="34" charset="-120"/>
              </a:rPr>
              <a:t>Data Extraction — LSTM Master Table</a:t>
            </a:r>
            <a:endParaRPr lang="en-US" sz="900"/>
          </a:p>
        </p:txBody>
      </p:sp>
      <p:pic>
        <p:nvPicPr>
          <p:cNvPr id="55" name="Picture 54">
            <a:extLst>
              <a:ext uri="{FF2B5EF4-FFF2-40B4-BE49-F238E27FC236}">
                <a16:creationId xmlns:a16="http://schemas.microsoft.com/office/drawing/2014/main" id="{0229529E-D235-487E-85AD-0C84DF56B1B3}"/>
              </a:ext>
            </a:extLst>
          </p:cNvPr>
          <p:cNvPicPr>
            <a:picLocks noChangeAspect="1"/>
          </p:cNvPicPr>
          <p:nvPr/>
        </p:nvPicPr>
        <p:blipFill>
          <a:blip r:embed="rId3"/>
          <a:stretch>
            <a:fillRect/>
          </a:stretch>
        </p:blipFill>
        <p:spPr>
          <a:xfrm>
            <a:off x="228600" y="702456"/>
            <a:ext cx="4171950" cy="4101886"/>
          </a:xfrm>
          <a:prstGeom prst="rect">
            <a:avLst/>
          </a:prstGeom>
        </p:spPr>
      </p:pic>
      <p:pic>
        <p:nvPicPr>
          <p:cNvPr id="61" name="Picture 60">
            <a:extLst>
              <a:ext uri="{FF2B5EF4-FFF2-40B4-BE49-F238E27FC236}">
                <a16:creationId xmlns:a16="http://schemas.microsoft.com/office/drawing/2014/main" id="{58EE5DAA-4A10-4A79-96B4-FB3715429673}"/>
              </a:ext>
            </a:extLst>
          </p:cNvPr>
          <p:cNvPicPr>
            <a:picLocks noChangeAspect="1"/>
          </p:cNvPicPr>
          <p:nvPr/>
        </p:nvPicPr>
        <p:blipFill rotWithShape="1">
          <a:blip r:embed="rId4"/>
          <a:srcRect t="48236"/>
          <a:stretch/>
        </p:blipFill>
        <p:spPr>
          <a:xfrm>
            <a:off x="4606616" y="1912144"/>
            <a:ext cx="4377362" cy="2350678"/>
          </a:xfrm>
          <a:prstGeom prst="rect">
            <a:avLst/>
          </a:prstGeom>
        </p:spPr>
      </p:pic>
      <p:pic>
        <p:nvPicPr>
          <p:cNvPr id="62" name="Picture 61">
            <a:extLst>
              <a:ext uri="{FF2B5EF4-FFF2-40B4-BE49-F238E27FC236}">
                <a16:creationId xmlns:a16="http://schemas.microsoft.com/office/drawing/2014/main" id="{BFE9133C-54BE-4709-8489-C4A9410BE99C}"/>
              </a:ext>
            </a:extLst>
          </p:cNvPr>
          <p:cNvPicPr>
            <a:picLocks noChangeAspect="1"/>
          </p:cNvPicPr>
          <p:nvPr/>
        </p:nvPicPr>
        <p:blipFill rotWithShape="1">
          <a:blip r:embed="rId4"/>
          <a:srcRect b="60761"/>
          <a:stretch/>
        </p:blipFill>
        <p:spPr>
          <a:xfrm>
            <a:off x="4606616" y="86269"/>
            <a:ext cx="4377362" cy="1781901"/>
          </a:xfrm>
          <a:prstGeom prst="rect">
            <a:avLst/>
          </a:prstGeom>
        </p:spPr>
      </p:pic>
      <p:pic>
        <p:nvPicPr>
          <p:cNvPr id="63" name="Picture 62">
            <a:extLst>
              <a:ext uri="{FF2B5EF4-FFF2-40B4-BE49-F238E27FC236}">
                <a16:creationId xmlns:a16="http://schemas.microsoft.com/office/drawing/2014/main" id="{50C0D016-623F-4BF5-B085-DA6F739811BF}"/>
              </a:ext>
            </a:extLst>
          </p:cNvPr>
          <p:cNvPicPr>
            <a:picLocks noChangeAspect="1"/>
          </p:cNvPicPr>
          <p:nvPr/>
        </p:nvPicPr>
        <p:blipFill rotWithShape="1">
          <a:blip r:embed="rId5"/>
          <a:srcRect r="50965" b="58391"/>
          <a:stretch/>
        </p:blipFill>
        <p:spPr>
          <a:xfrm>
            <a:off x="4618820" y="4272335"/>
            <a:ext cx="2096768" cy="711145"/>
          </a:xfrm>
          <a:prstGeom prst="rect">
            <a:avLst/>
          </a:prstGeom>
        </p:spPr>
      </p:pic>
      <p:pic>
        <p:nvPicPr>
          <p:cNvPr id="64" name="Picture 63">
            <a:extLst>
              <a:ext uri="{FF2B5EF4-FFF2-40B4-BE49-F238E27FC236}">
                <a16:creationId xmlns:a16="http://schemas.microsoft.com/office/drawing/2014/main" id="{DECAD425-2637-4A1B-AAE0-75AEE1146798}"/>
              </a:ext>
            </a:extLst>
          </p:cNvPr>
          <p:cNvPicPr>
            <a:picLocks noChangeAspect="1"/>
          </p:cNvPicPr>
          <p:nvPr/>
        </p:nvPicPr>
        <p:blipFill rotWithShape="1">
          <a:blip r:embed="rId5"/>
          <a:srcRect t="51177" r="50965" b="12459"/>
          <a:stretch/>
        </p:blipFill>
        <p:spPr>
          <a:xfrm>
            <a:off x="6762752" y="4381647"/>
            <a:ext cx="2096768" cy="621506"/>
          </a:xfrm>
          <a:prstGeom prst="rect">
            <a:avLst/>
          </a:prstGeom>
        </p:spPr>
      </p:pic>
    </p:spTree>
    <p:extLst>
      <p:ext uri="{BB962C8B-B14F-4D97-AF65-F5344CB8AC3E}">
        <p14:creationId xmlns:p14="http://schemas.microsoft.com/office/powerpoint/2010/main" val="32244239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2A4A"/>
          </a:solidFill>
          <a:ln w="12700">
            <a:solidFill>
              <a:srgbClr val="1B2A4A"/>
            </a:solidFill>
            <a:prstDash val="solid"/>
          </a:ln>
        </p:spPr>
        <p:txBody>
          <a:bodyPr/>
          <a:lstStyle/>
          <a:p>
            <a:endParaRPr lang="en-CA"/>
          </a:p>
        </p:txBody>
      </p:sp>
      <p:sp>
        <p:nvSpPr>
          <p:cNvPr id="3" name="Text 1"/>
          <p:cNvSpPr/>
          <p:nvPr/>
        </p:nvSpPr>
        <p:spPr>
          <a:xfrm>
            <a:off x="365760" y="0"/>
            <a:ext cx="8412480" cy="685800"/>
          </a:xfrm>
          <a:prstGeom prst="rect">
            <a:avLst/>
          </a:prstGeom>
          <a:noFill/>
          <a:ln/>
        </p:spPr>
        <p:txBody>
          <a:bodyPr wrap="square" lIns="0" tIns="0" rIns="0" bIns="0" rtlCol="0" anchor="ctr"/>
          <a:lstStyle/>
          <a:p>
            <a:pPr marL="0" indent="0">
              <a:buNone/>
            </a:pPr>
            <a:r>
              <a:rPr lang="en-US" sz="2200" b="1">
                <a:solidFill>
                  <a:srgbClr val="FFFFFF"/>
                </a:solidFill>
                <a:latin typeface="Calibri" pitchFamily="34" charset="0"/>
                <a:ea typeface="Calibri" pitchFamily="34" charset="-122"/>
                <a:cs typeface="Calibri" pitchFamily="34" charset="-120"/>
              </a:rPr>
              <a:t>Dataset Overview </a:t>
            </a:r>
            <a:endParaRPr lang="en-US" sz="2200"/>
          </a:p>
        </p:txBody>
      </p:sp>
      <p:sp>
        <p:nvSpPr>
          <p:cNvPr id="5" name="Text 3"/>
          <p:cNvSpPr/>
          <p:nvPr/>
        </p:nvSpPr>
        <p:spPr>
          <a:xfrm>
            <a:off x="228601" y="1084118"/>
            <a:ext cx="4288536" cy="964692"/>
          </a:xfrm>
          <a:prstGeom prst="rect">
            <a:avLst/>
          </a:prstGeom>
          <a:noFill/>
          <a:ln/>
        </p:spPr>
        <p:txBody>
          <a:bodyPr wrap="square" rtlCol="0" anchor="ctr"/>
          <a:lstStyle/>
          <a:p>
            <a:pPr marL="0" indent="0">
              <a:lnSpc>
                <a:spcPct val="130000"/>
              </a:lnSpc>
              <a:buNone/>
            </a:pPr>
            <a:r>
              <a:rPr lang="en-US" sz="1150" b="1">
                <a:solidFill>
                  <a:srgbClr val="1E293B"/>
                </a:solidFill>
                <a:latin typeface="Calibri" pitchFamily="34" charset="0"/>
                <a:ea typeface="Calibri" pitchFamily="34" charset="-122"/>
                <a:cs typeface="Calibri" pitchFamily="34" charset="-120"/>
              </a:rPr>
              <a:t>One row per 5-minute telemetry window per container instance. </a:t>
            </a:r>
          </a:p>
          <a:p>
            <a:pPr marL="0" indent="0">
              <a:lnSpc>
                <a:spcPct val="130000"/>
              </a:lnSpc>
              <a:buNone/>
            </a:pPr>
            <a:r>
              <a:rPr lang="en-US" sz="1150">
                <a:solidFill>
                  <a:srgbClr val="1E293B"/>
                </a:solidFill>
                <a:latin typeface="Calibri" pitchFamily="34" charset="0"/>
                <a:ea typeface="Calibri" pitchFamily="34" charset="-122"/>
                <a:cs typeface="Calibri" pitchFamily="34" charset="-120"/>
              </a:rPr>
              <a:t>It combines resource usage measurements with scheduling context, tenant identity, and declared resource limits — all required by the LSTM prediction layer and the multi-objective </a:t>
            </a:r>
            <a:r>
              <a:rPr lang="en-US" sz="1150" err="1">
                <a:solidFill>
                  <a:srgbClr val="1E293B"/>
                </a:solidFill>
                <a:latin typeface="Calibri" pitchFamily="34" charset="0"/>
                <a:ea typeface="Calibri" pitchFamily="34" charset="-122"/>
                <a:cs typeface="Calibri" pitchFamily="34" charset="-120"/>
              </a:rPr>
              <a:t>optimiser</a:t>
            </a:r>
            <a:r>
              <a:rPr lang="en-US" sz="1150">
                <a:solidFill>
                  <a:srgbClr val="1E293B"/>
                </a:solidFill>
                <a:latin typeface="Calibri" pitchFamily="34" charset="0"/>
                <a:ea typeface="Calibri" pitchFamily="34" charset="-122"/>
                <a:cs typeface="Calibri" pitchFamily="34" charset="-120"/>
              </a:rPr>
              <a:t>.</a:t>
            </a:r>
            <a:endParaRPr lang="en-US" sz="1150"/>
          </a:p>
        </p:txBody>
      </p:sp>
      <p:sp>
        <p:nvSpPr>
          <p:cNvPr id="6" name="Text 4"/>
          <p:cNvSpPr/>
          <p:nvPr/>
        </p:nvSpPr>
        <p:spPr>
          <a:xfrm>
            <a:off x="365760" y="2500744"/>
            <a:ext cx="3840480" cy="292608"/>
          </a:xfrm>
          <a:prstGeom prst="rect">
            <a:avLst/>
          </a:prstGeom>
          <a:noFill/>
          <a:ln/>
        </p:spPr>
        <p:txBody>
          <a:bodyPr wrap="square" rtlCol="0" anchor="ctr"/>
          <a:lstStyle/>
          <a:p>
            <a:pPr marL="0" indent="0">
              <a:buNone/>
            </a:pPr>
            <a:r>
              <a:rPr lang="en-US" sz="1300" b="1">
                <a:solidFill>
                  <a:srgbClr val="1B2A4A"/>
                </a:solidFill>
                <a:latin typeface="Calibri" pitchFamily="34" charset="0"/>
                <a:ea typeface="Calibri" pitchFamily="34" charset="-122"/>
                <a:cs typeface="Calibri" pitchFamily="34" charset="-120"/>
              </a:rPr>
              <a:t>What is it for?</a:t>
            </a:r>
            <a:endParaRPr lang="en-US" sz="1300"/>
          </a:p>
        </p:txBody>
      </p:sp>
      <p:sp>
        <p:nvSpPr>
          <p:cNvPr id="7" name="Shape 5"/>
          <p:cNvSpPr/>
          <p:nvPr/>
        </p:nvSpPr>
        <p:spPr>
          <a:xfrm>
            <a:off x="365760" y="2834086"/>
            <a:ext cx="658368" cy="237744"/>
          </a:xfrm>
          <a:prstGeom prst="rect">
            <a:avLst/>
          </a:prstGeom>
          <a:solidFill>
            <a:srgbClr val="2563EB"/>
          </a:solidFill>
          <a:ln w="12700">
            <a:solidFill>
              <a:srgbClr val="2563EB"/>
            </a:solidFill>
            <a:prstDash val="solid"/>
          </a:ln>
        </p:spPr>
        <p:txBody>
          <a:bodyPr/>
          <a:lstStyle/>
          <a:p>
            <a:endParaRPr lang="en-CA"/>
          </a:p>
        </p:txBody>
      </p:sp>
      <p:sp>
        <p:nvSpPr>
          <p:cNvPr id="8" name="Text 6"/>
          <p:cNvSpPr/>
          <p:nvPr/>
        </p:nvSpPr>
        <p:spPr>
          <a:xfrm>
            <a:off x="365760" y="2834086"/>
            <a:ext cx="658368" cy="237744"/>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Predict</a:t>
            </a:r>
            <a:endParaRPr lang="en-US" sz="900"/>
          </a:p>
        </p:txBody>
      </p:sp>
      <p:sp>
        <p:nvSpPr>
          <p:cNvPr id="9" name="Text 7"/>
          <p:cNvSpPr/>
          <p:nvPr/>
        </p:nvSpPr>
        <p:spPr>
          <a:xfrm>
            <a:off x="1097280" y="2797510"/>
            <a:ext cx="3108960" cy="347472"/>
          </a:xfrm>
          <a:prstGeom prst="rect">
            <a:avLst/>
          </a:prstGeom>
          <a:noFill/>
          <a:ln/>
        </p:spPr>
        <p:txBody>
          <a:bodyPr wrap="square" rtlCol="0" anchor="ctr"/>
          <a:lstStyle/>
          <a:p>
            <a:pPr marL="0" indent="0">
              <a:buNone/>
            </a:pPr>
            <a:r>
              <a:rPr lang="en-US" sz="1050">
                <a:solidFill>
                  <a:srgbClr val="1E293B"/>
                </a:solidFill>
                <a:latin typeface="Calibri" pitchFamily="34" charset="0"/>
                <a:ea typeface="Calibri" pitchFamily="34" charset="-122"/>
                <a:cs typeface="Calibri" pitchFamily="34" charset="-120"/>
              </a:rPr>
              <a:t>future </a:t>
            </a:r>
            <a:r>
              <a:rPr lang="en-US" sz="1050" err="1">
                <a:solidFill>
                  <a:srgbClr val="1E293B"/>
                </a:solidFill>
                <a:latin typeface="Calibri" pitchFamily="34" charset="0"/>
                <a:ea typeface="Calibri" pitchFamily="34" charset="-122"/>
                <a:cs typeface="Calibri" pitchFamily="34" charset="-120"/>
              </a:rPr>
              <a:t>avg_cpu</a:t>
            </a:r>
            <a:r>
              <a:rPr lang="en-US" sz="1050">
                <a:solidFill>
                  <a:srgbClr val="1E293B"/>
                </a:solidFill>
                <a:latin typeface="Calibri" pitchFamily="34" charset="0"/>
                <a:ea typeface="Calibri" pitchFamily="34" charset="-122"/>
                <a:cs typeface="Calibri" pitchFamily="34" charset="-120"/>
              </a:rPr>
              <a:t> and </a:t>
            </a:r>
            <a:r>
              <a:rPr lang="en-US" sz="1050" err="1">
                <a:solidFill>
                  <a:srgbClr val="1E293B"/>
                </a:solidFill>
                <a:latin typeface="Calibri" pitchFamily="34" charset="0"/>
                <a:ea typeface="Calibri" pitchFamily="34" charset="-122"/>
                <a:cs typeface="Calibri" pitchFamily="34" charset="-120"/>
              </a:rPr>
              <a:t>avg_mem</a:t>
            </a:r>
            <a:r>
              <a:rPr lang="en-US" sz="1050">
                <a:solidFill>
                  <a:srgbClr val="1E293B"/>
                </a:solidFill>
                <a:latin typeface="Calibri" pitchFamily="34" charset="0"/>
                <a:ea typeface="Calibri" pitchFamily="34" charset="-122"/>
                <a:cs typeface="Calibri" pitchFamily="34" charset="-120"/>
              </a:rPr>
              <a:t> sequences per instance (lookback 12 steps, horizon 6 steps)</a:t>
            </a:r>
            <a:endParaRPr lang="en-US" sz="1050"/>
          </a:p>
        </p:txBody>
      </p:sp>
      <p:sp>
        <p:nvSpPr>
          <p:cNvPr id="10" name="Shape 8"/>
          <p:cNvSpPr/>
          <p:nvPr/>
        </p:nvSpPr>
        <p:spPr>
          <a:xfrm>
            <a:off x="365760" y="3291286"/>
            <a:ext cx="658368" cy="237744"/>
          </a:xfrm>
          <a:prstGeom prst="rect">
            <a:avLst/>
          </a:prstGeom>
          <a:solidFill>
            <a:srgbClr val="2563EB"/>
          </a:solidFill>
          <a:ln w="12700">
            <a:solidFill>
              <a:srgbClr val="2563EB"/>
            </a:solidFill>
            <a:prstDash val="solid"/>
          </a:ln>
        </p:spPr>
        <p:txBody>
          <a:bodyPr/>
          <a:lstStyle/>
          <a:p>
            <a:endParaRPr lang="en-CA"/>
          </a:p>
        </p:txBody>
      </p:sp>
      <p:sp>
        <p:nvSpPr>
          <p:cNvPr id="11" name="Text 9"/>
          <p:cNvSpPr/>
          <p:nvPr/>
        </p:nvSpPr>
        <p:spPr>
          <a:xfrm>
            <a:off x="365760" y="3291286"/>
            <a:ext cx="658368" cy="237744"/>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Classify</a:t>
            </a:r>
            <a:endParaRPr lang="en-US" sz="900"/>
          </a:p>
        </p:txBody>
      </p:sp>
      <p:sp>
        <p:nvSpPr>
          <p:cNvPr id="12" name="Text 10"/>
          <p:cNvSpPr/>
          <p:nvPr/>
        </p:nvSpPr>
        <p:spPr>
          <a:xfrm>
            <a:off x="1097280" y="3254710"/>
            <a:ext cx="3108960" cy="347472"/>
          </a:xfrm>
          <a:prstGeom prst="rect">
            <a:avLst/>
          </a:prstGeom>
          <a:noFill/>
          <a:ln/>
        </p:spPr>
        <p:txBody>
          <a:bodyPr wrap="square" rtlCol="0" anchor="ctr"/>
          <a:lstStyle/>
          <a:p>
            <a:pPr marL="0" indent="0">
              <a:buNone/>
            </a:pPr>
            <a:r>
              <a:rPr lang="en-US" sz="1050">
                <a:solidFill>
                  <a:srgbClr val="1E293B"/>
                </a:solidFill>
                <a:latin typeface="Calibri" pitchFamily="34" charset="0"/>
                <a:ea typeface="Calibri" pitchFamily="34" charset="-122"/>
                <a:cs typeface="Calibri" pitchFamily="34" charset="-120"/>
              </a:rPr>
              <a:t>instance risk profile — stable vs. at-risk — via a Random Forest classifier </a:t>
            </a:r>
            <a:endParaRPr lang="en-US" sz="1050"/>
          </a:p>
        </p:txBody>
      </p:sp>
      <p:sp>
        <p:nvSpPr>
          <p:cNvPr id="13" name="Shape 11"/>
          <p:cNvSpPr/>
          <p:nvPr/>
        </p:nvSpPr>
        <p:spPr>
          <a:xfrm>
            <a:off x="365760" y="3748486"/>
            <a:ext cx="658368" cy="237744"/>
          </a:xfrm>
          <a:prstGeom prst="rect">
            <a:avLst/>
          </a:prstGeom>
          <a:solidFill>
            <a:srgbClr val="2563EB"/>
          </a:solidFill>
          <a:ln w="12700">
            <a:solidFill>
              <a:srgbClr val="2563EB"/>
            </a:solidFill>
            <a:prstDash val="solid"/>
          </a:ln>
        </p:spPr>
        <p:txBody>
          <a:bodyPr/>
          <a:lstStyle/>
          <a:p>
            <a:endParaRPr lang="en-CA"/>
          </a:p>
        </p:txBody>
      </p:sp>
      <p:sp>
        <p:nvSpPr>
          <p:cNvPr id="14" name="Text 12"/>
          <p:cNvSpPr/>
          <p:nvPr/>
        </p:nvSpPr>
        <p:spPr>
          <a:xfrm>
            <a:off x="365760" y="3748486"/>
            <a:ext cx="658368" cy="237744"/>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Optimise</a:t>
            </a:r>
            <a:endParaRPr lang="en-US" sz="900"/>
          </a:p>
        </p:txBody>
      </p:sp>
      <p:sp>
        <p:nvSpPr>
          <p:cNvPr id="15" name="Text 13"/>
          <p:cNvSpPr/>
          <p:nvPr/>
        </p:nvSpPr>
        <p:spPr>
          <a:xfrm>
            <a:off x="1097280" y="3711910"/>
            <a:ext cx="3108960" cy="347472"/>
          </a:xfrm>
          <a:prstGeom prst="rect">
            <a:avLst/>
          </a:prstGeom>
          <a:noFill/>
          <a:ln/>
        </p:spPr>
        <p:txBody>
          <a:bodyPr wrap="square" rtlCol="0" anchor="ctr"/>
          <a:lstStyle/>
          <a:p>
            <a:pPr marL="0" indent="0">
              <a:buNone/>
            </a:pPr>
            <a:r>
              <a:rPr lang="en-US" sz="1050">
                <a:solidFill>
                  <a:srgbClr val="1E293B"/>
                </a:solidFill>
                <a:latin typeface="Calibri" pitchFamily="34" charset="0"/>
                <a:ea typeface="Calibri" pitchFamily="34" charset="-122"/>
                <a:cs typeface="Calibri" pitchFamily="34" charset="-120"/>
              </a:rPr>
              <a:t>pod placement across three objectives: memory </a:t>
            </a:r>
            <a:r>
              <a:rPr lang="en-US" sz="1050" err="1">
                <a:solidFill>
                  <a:srgbClr val="1E293B"/>
                </a:solidFill>
                <a:latin typeface="Calibri" pitchFamily="34" charset="0"/>
                <a:ea typeface="Calibri" pitchFamily="34" charset="-122"/>
                <a:cs typeface="Calibri" pitchFamily="34" charset="-120"/>
              </a:rPr>
              <a:t>utilisation</a:t>
            </a:r>
            <a:r>
              <a:rPr lang="en-US" sz="1050">
                <a:solidFill>
                  <a:srgbClr val="1E293B"/>
                </a:solidFill>
                <a:latin typeface="Calibri" pitchFamily="34" charset="0"/>
                <a:ea typeface="Calibri" pitchFamily="34" charset="-122"/>
                <a:cs typeface="Calibri" pitchFamily="34" charset="-120"/>
              </a:rPr>
              <a:t> · fairness · SLA compliance</a:t>
            </a:r>
            <a:endParaRPr lang="en-US" sz="1050"/>
          </a:p>
        </p:txBody>
      </p:sp>
      <p:sp>
        <p:nvSpPr>
          <p:cNvPr id="16" name="Shape 14"/>
          <p:cNvSpPr/>
          <p:nvPr/>
        </p:nvSpPr>
        <p:spPr>
          <a:xfrm>
            <a:off x="4572000" y="777240"/>
            <a:ext cx="3767070" cy="4023360"/>
          </a:xfrm>
          <a:prstGeom prst="rect">
            <a:avLst/>
          </a:prstGeom>
          <a:solidFill>
            <a:srgbClr val="F8FAFC"/>
          </a:solidFill>
          <a:ln w="9525">
            <a:solidFill>
              <a:srgbClr val="CBD5E1"/>
            </a:solidFill>
            <a:prstDash val="solid"/>
          </a:ln>
          <a:effectLst>
            <a:outerShdw blurRad="101600" dist="38100" dir="8100000" algn="bl" rotWithShape="0">
              <a:srgbClr val="000000">
                <a:alpha val="10000"/>
              </a:srgbClr>
            </a:outerShdw>
          </a:effectLst>
        </p:spPr>
        <p:txBody>
          <a:bodyPr/>
          <a:lstStyle/>
          <a:p>
            <a:endParaRPr lang="en-CA"/>
          </a:p>
        </p:txBody>
      </p:sp>
      <p:sp>
        <p:nvSpPr>
          <p:cNvPr id="17" name="Text 15"/>
          <p:cNvSpPr/>
          <p:nvPr/>
        </p:nvSpPr>
        <p:spPr>
          <a:xfrm>
            <a:off x="4754880" y="841248"/>
            <a:ext cx="3840480" cy="274320"/>
          </a:xfrm>
          <a:prstGeom prst="rect">
            <a:avLst/>
          </a:prstGeom>
          <a:noFill/>
          <a:ln/>
        </p:spPr>
        <p:txBody>
          <a:bodyPr wrap="square" rtlCol="0" anchor="ctr"/>
          <a:lstStyle/>
          <a:p>
            <a:pPr marL="0" indent="0" algn="ctr">
              <a:buNone/>
            </a:pPr>
            <a:r>
              <a:rPr lang="en-US" sz="1100" b="1">
                <a:solidFill>
                  <a:srgbClr val="1B2A4A"/>
                </a:solidFill>
                <a:latin typeface="Calibri" pitchFamily="34" charset="0"/>
                <a:ea typeface="Calibri" pitchFamily="34" charset="-122"/>
                <a:cs typeface="Calibri" pitchFamily="34" charset="-120"/>
              </a:rPr>
              <a:t>Extraction Pipeline</a:t>
            </a:r>
            <a:endParaRPr lang="en-US" sz="1100"/>
          </a:p>
        </p:txBody>
      </p:sp>
      <p:sp>
        <p:nvSpPr>
          <p:cNvPr id="18" name="Shape 16"/>
          <p:cNvSpPr/>
          <p:nvPr/>
        </p:nvSpPr>
        <p:spPr>
          <a:xfrm>
            <a:off x="4846320" y="1234440"/>
            <a:ext cx="3108960" cy="475488"/>
          </a:xfrm>
          <a:prstGeom prst="rect">
            <a:avLst/>
          </a:prstGeom>
          <a:solidFill>
            <a:srgbClr val="64748B"/>
          </a:solidFill>
          <a:ln w="12700">
            <a:solidFill>
              <a:srgbClr val="64748B"/>
            </a:solidFill>
            <a:prstDash val="solid"/>
          </a:ln>
        </p:spPr>
        <p:txBody>
          <a:bodyPr/>
          <a:lstStyle/>
          <a:p>
            <a:endParaRPr lang="en-CA"/>
          </a:p>
        </p:txBody>
      </p:sp>
      <p:sp>
        <p:nvSpPr>
          <p:cNvPr id="19" name="Text 17"/>
          <p:cNvSpPr/>
          <p:nvPr/>
        </p:nvSpPr>
        <p:spPr>
          <a:xfrm>
            <a:off x="4846320" y="1243584"/>
            <a:ext cx="3108960" cy="237744"/>
          </a:xfrm>
          <a:prstGeom prst="rect">
            <a:avLst/>
          </a:prstGeom>
          <a:noFill/>
          <a:ln/>
        </p:spPr>
        <p:txBody>
          <a:bodyPr wrap="square" lIns="0" tIns="0" rIns="0" bIns="0" rtlCol="0" anchor="b"/>
          <a:lstStyle/>
          <a:p>
            <a:pPr marL="0" indent="0" algn="ctr">
              <a:buNone/>
            </a:pPr>
            <a:r>
              <a:rPr lang="en-US" sz="1050" b="1">
                <a:solidFill>
                  <a:srgbClr val="FFFFFF"/>
                </a:solidFill>
                <a:latin typeface="Calibri" pitchFamily="34" charset="0"/>
                <a:ea typeface="Calibri" pitchFamily="34" charset="-122"/>
                <a:cs typeface="Calibri" pitchFamily="34" charset="-120"/>
              </a:rPr>
              <a:t>Raw tables</a:t>
            </a:r>
            <a:endParaRPr lang="en-US" sz="1050"/>
          </a:p>
        </p:txBody>
      </p:sp>
      <p:sp>
        <p:nvSpPr>
          <p:cNvPr id="20" name="Text 18"/>
          <p:cNvSpPr/>
          <p:nvPr/>
        </p:nvSpPr>
        <p:spPr>
          <a:xfrm>
            <a:off x="4846320" y="1481328"/>
            <a:ext cx="3108960" cy="201168"/>
          </a:xfrm>
          <a:prstGeom prst="rect">
            <a:avLst/>
          </a:prstGeom>
          <a:noFill/>
          <a:ln/>
        </p:spPr>
        <p:txBody>
          <a:bodyPr wrap="square" lIns="0" tIns="0" rIns="0" bIns="0" rtlCol="0" anchor="t"/>
          <a:lstStyle/>
          <a:p>
            <a:pPr marL="0" indent="0" algn="ctr">
              <a:buNone/>
            </a:pPr>
            <a:r>
              <a:rPr lang="en-US" sz="800" err="1">
                <a:solidFill>
                  <a:srgbClr val="CADCFC"/>
                </a:solidFill>
                <a:latin typeface="Calibri" pitchFamily="34" charset="0"/>
                <a:ea typeface="Calibri" pitchFamily="34" charset="-122"/>
                <a:cs typeface="Calibri" pitchFamily="34" charset="-120"/>
              </a:rPr>
              <a:t>instance_usage</a:t>
            </a:r>
            <a:r>
              <a:rPr lang="en-US" sz="800">
                <a:solidFill>
                  <a:srgbClr val="CADCFC"/>
                </a:solidFill>
                <a:latin typeface="Calibri" pitchFamily="34" charset="0"/>
                <a:ea typeface="Calibri" pitchFamily="34" charset="-122"/>
                <a:cs typeface="Calibri" pitchFamily="34" charset="-120"/>
              </a:rPr>
              <a:t> · </a:t>
            </a:r>
            <a:r>
              <a:rPr lang="en-US" sz="800" err="1">
                <a:solidFill>
                  <a:srgbClr val="CADCFC"/>
                </a:solidFill>
                <a:latin typeface="Calibri" pitchFamily="34" charset="0"/>
                <a:ea typeface="Calibri" pitchFamily="34" charset="-122"/>
                <a:cs typeface="Calibri" pitchFamily="34" charset="-120"/>
              </a:rPr>
              <a:t>instance_events</a:t>
            </a:r>
            <a:r>
              <a:rPr lang="en-US" sz="800">
                <a:solidFill>
                  <a:srgbClr val="CADCFC"/>
                </a:solidFill>
                <a:latin typeface="Calibri" pitchFamily="34" charset="0"/>
                <a:ea typeface="Calibri" pitchFamily="34" charset="-122"/>
                <a:cs typeface="Calibri" pitchFamily="34" charset="-120"/>
              </a:rPr>
              <a:t> · </a:t>
            </a:r>
            <a:r>
              <a:rPr lang="en-US" sz="800" err="1">
                <a:solidFill>
                  <a:srgbClr val="CADCFC"/>
                </a:solidFill>
                <a:latin typeface="Calibri" pitchFamily="34" charset="0"/>
                <a:ea typeface="Calibri" pitchFamily="34" charset="-122"/>
                <a:cs typeface="Calibri" pitchFamily="34" charset="-120"/>
              </a:rPr>
              <a:t>collection_events</a:t>
            </a:r>
            <a:endParaRPr lang="en-US" sz="800"/>
          </a:p>
        </p:txBody>
      </p:sp>
      <p:sp>
        <p:nvSpPr>
          <p:cNvPr id="21" name="Shape 19"/>
          <p:cNvSpPr/>
          <p:nvPr/>
        </p:nvSpPr>
        <p:spPr>
          <a:xfrm>
            <a:off x="6217920" y="1709928"/>
            <a:ext cx="0" cy="274320"/>
          </a:xfrm>
          <a:prstGeom prst="line">
            <a:avLst/>
          </a:prstGeom>
          <a:noFill/>
          <a:ln w="15240">
            <a:solidFill>
              <a:srgbClr val="64748B"/>
            </a:solidFill>
            <a:prstDash val="solid"/>
          </a:ln>
        </p:spPr>
        <p:txBody>
          <a:bodyPr/>
          <a:lstStyle/>
          <a:p>
            <a:endParaRPr lang="en-CA"/>
          </a:p>
        </p:txBody>
      </p:sp>
      <p:sp>
        <p:nvSpPr>
          <p:cNvPr id="22" name="Shape 20"/>
          <p:cNvSpPr/>
          <p:nvPr/>
        </p:nvSpPr>
        <p:spPr>
          <a:xfrm>
            <a:off x="6163056" y="1938528"/>
            <a:ext cx="109728" cy="45720"/>
          </a:xfrm>
          <a:prstGeom prst="rect">
            <a:avLst/>
          </a:prstGeom>
          <a:solidFill>
            <a:srgbClr val="64748B"/>
          </a:solidFill>
          <a:ln w="12700">
            <a:solidFill>
              <a:srgbClr val="64748B"/>
            </a:solidFill>
            <a:prstDash val="solid"/>
          </a:ln>
        </p:spPr>
        <p:txBody>
          <a:bodyPr/>
          <a:lstStyle/>
          <a:p>
            <a:endParaRPr lang="en-CA"/>
          </a:p>
        </p:txBody>
      </p:sp>
      <p:sp>
        <p:nvSpPr>
          <p:cNvPr id="23" name="Shape 21"/>
          <p:cNvSpPr/>
          <p:nvPr/>
        </p:nvSpPr>
        <p:spPr>
          <a:xfrm>
            <a:off x="4846320" y="1984248"/>
            <a:ext cx="3108960" cy="475488"/>
          </a:xfrm>
          <a:prstGeom prst="rect">
            <a:avLst/>
          </a:prstGeom>
          <a:solidFill>
            <a:srgbClr val="2563EB"/>
          </a:solidFill>
          <a:ln w="12700">
            <a:solidFill>
              <a:srgbClr val="2563EB"/>
            </a:solidFill>
            <a:prstDash val="solid"/>
          </a:ln>
        </p:spPr>
        <p:txBody>
          <a:bodyPr/>
          <a:lstStyle/>
          <a:p>
            <a:endParaRPr lang="en-CA"/>
          </a:p>
        </p:txBody>
      </p:sp>
      <p:sp>
        <p:nvSpPr>
          <p:cNvPr id="24" name="Text 22"/>
          <p:cNvSpPr/>
          <p:nvPr/>
        </p:nvSpPr>
        <p:spPr>
          <a:xfrm>
            <a:off x="4846320" y="1993392"/>
            <a:ext cx="3108960" cy="237744"/>
          </a:xfrm>
          <a:prstGeom prst="rect">
            <a:avLst/>
          </a:prstGeom>
          <a:noFill/>
          <a:ln/>
        </p:spPr>
        <p:txBody>
          <a:bodyPr wrap="square" lIns="0" tIns="0" rIns="0" bIns="0" rtlCol="0" anchor="b"/>
          <a:lstStyle/>
          <a:p>
            <a:pPr marL="0" indent="0" algn="ctr">
              <a:buNone/>
            </a:pPr>
            <a:r>
              <a:rPr lang="en-US" sz="1050" b="1">
                <a:solidFill>
                  <a:srgbClr val="FFFFFF"/>
                </a:solidFill>
                <a:latin typeface="Calibri" pitchFamily="34" charset="0"/>
                <a:ea typeface="Calibri" pitchFamily="34" charset="-122"/>
                <a:cs typeface="Calibri" pitchFamily="34" charset="-120"/>
              </a:rPr>
              <a:t>CTEs 1–6  (filters &amp; enrichment)</a:t>
            </a:r>
            <a:endParaRPr lang="en-US" sz="1050"/>
          </a:p>
        </p:txBody>
      </p:sp>
      <p:sp>
        <p:nvSpPr>
          <p:cNvPr id="25" name="Text 23"/>
          <p:cNvSpPr/>
          <p:nvPr/>
        </p:nvSpPr>
        <p:spPr>
          <a:xfrm>
            <a:off x="4846320" y="2231136"/>
            <a:ext cx="3108960" cy="201168"/>
          </a:xfrm>
          <a:prstGeom prst="rect">
            <a:avLst/>
          </a:prstGeom>
          <a:noFill/>
          <a:ln/>
        </p:spPr>
        <p:txBody>
          <a:bodyPr wrap="square" lIns="0" tIns="0" rIns="0" bIns="0" rtlCol="0" anchor="t"/>
          <a:lstStyle/>
          <a:p>
            <a:pPr marL="0" indent="0" algn="ctr">
              <a:buNone/>
            </a:pPr>
            <a:r>
              <a:rPr lang="en-US" sz="800">
                <a:solidFill>
                  <a:srgbClr val="CADCFC"/>
                </a:solidFill>
                <a:latin typeface="Calibri" pitchFamily="34" charset="0"/>
                <a:ea typeface="Calibri" pitchFamily="34" charset="-122"/>
                <a:cs typeface="Calibri" pitchFamily="34" charset="-120"/>
              </a:rPr>
              <a:t>Eligibility · LOST exclusion · Terminal type · Requests · Tenant · Quality gate</a:t>
            </a:r>
            <a:endParaRPr lang="en-US" sz="800"/>
          </a:p>
        </p:txBody>
      </p:sp>
      <p:sp>
        <p:nvSpPr>
          <p:cNvPr id="26" name="Shape 24"/>
          <p:cNvSpPr/>
          <p:nvPr/>
        </p:nvSpPr>
        <p:spPr>
          <a:xfrm>
            <a:off x="6217920" y="2459736"/>
            <a:ext cx="0" cy="274320"/>
          </a:xfrm>
          <a:prstGeom prst="line">
            <a:avLst/>
          </a:prstGeom>
          <a:noFill/>
          <a:ln w="15240">
            <a:solidFill>
              <a:srgbClr val="64748B"/>
            </a:solidFill>
            <a:prstDash val="solid"/>
          </a:ln>
        </p:spPr>
        <p:txBody>
          <a:bodyPr/>
          <a:lstStyle/>
          <a:p>
            <a:endParaRPr lang="en-CA"/>
          </a:p>
        </p:txBody>
      </p:sp>
      <p:sp>
        <p:nvSpPr>
          <p:cNvPr id="27" name="Shape 25"/>
          <p:cNvSpPr/>
          <p:nvPr/>
        </p:nvSpPr>
        <p:spPr>
          <a:xfrm>
            <a:off x="6163056" y="2688336"/>
            <a:ext cx="109728" cy="45720"/>
          </a:xfrm>
          <a:prstGeom prst="rect">
            <a:avLst/>
          </a:prstGeom>
          <a:solidFill>
            <a:srgbClr val="64748B"/>
          </a:solidFill>
          <a:ln w="12700">
            <a:solidFill>
              <a:srgbClr val="64748B"/>
            </a:solidFill>
            <a:prstDash val="solid"/>
          </a:ln>
        </p:spPr>
        <p:txBody>
          <a:bodyPr/>
          <a:lstStyle/>
          <a:p>
            <a:endParaRPr lang="en-CA"/>
          </a:p>
        </p:txBody>
      </p:sp>
      <p:sp>
        <p:nvSpPr>
          <p:cNvPr id="28" name="Shape 26"/>
          <p:cNvSpPr/>
          <p:nvPr/>
        </p:nvSpPr>
        <p:spPr>
          <a:xfrm>
            <a:off x="4846320" y="2734056"/>
            <a:ext cx="3108960" cy="475488"/>
          </a:xfrm>
          <a:prstGeom prst="rect">
            <a:avLst/>
          </a:prstGeom>
          <a:solidFill>
            <a:srgbClr val="0891B2"/>
          </a:solidFill>
          <a:ln w="12700">
            <a:solidFill>
              <a:srgbClr val="0891B2"/>
            </a:solidFill>
            <a:prstDash val="solid"/>
          </a:ln>
        </p:spPr>
        <p:txBody>
          <a:bodyPr/>
          <a:lstStyle/>
          <a:p>
            <a:endParaRPr lang="en-CA"/>
          </a:p>
        </p:txBody>
      </p:sp>
      <p:sp>
        <p:nvSpPr>
          <p:cNvPr id="29" name="Text 27"/>
          <p:cNvSpPr/>
          <p:nvPr/>
        </p:nvSpPr>
        <p:spPr>
          <a:xfrm>
            <a:off x="4846320" y="2743200"/>
            <a:ext cx="3108960" cy="237744"/>
          </a:xfrm>
          <a:prstGeom prst="rect">
            <a:avLst/>
          </a:prstGeom>
          <a:noFill/>
          <a:ln/>
        </p:spPr>
        <p:txBody>
          <a:bodyPr wrap="square" lIns="0" tIns="0" rIns="0" bIns="0" rtlCol="0" anchor="b"/>
          <a:lstStyle/>
          <a:p>
            <a:pPr marL="0" indent="0" algn="ctr">
              <a:buNone/>
            </a:pPr>
            <a:r>
              <a:rPr lang="en-US" sz="1050" b="1">
                <a:solidFill>
                  <a:srgbClr val="FFFFFF"/>
                </a:solidFill>
                <a:latin typeface="Calibri" pitchFamily="34" charset="0"/>
                <a:ea typeface="Calibri" pitchFamily="34" charset="-122"/>
                <a:cs typeface="Calibri" pitchFamily="34" charset="-120"/>
              </a:rPr>
              <a:t>Usage quality gate</a:t>
            </a:r>
            <a:endParaRPr lang="en-US" sz="1050"/>
          </a:p>
        </p:txBody>
      </p:sp>
      <p:sp>
        <p:nvSpPr>
          <p:cNvPr id="30" name="Text 28"/>
          <p:cNvSpPr/>
          <p:nvPr/>
        </p:nvSpPr>
        <p:spPr>
          <a:xfrm>
            <a:off x="4846320" y="2980944"/>
            <a:ext cx="3108960" cy="201168"/>
          </a:xfrm>
          <a:prstGeom prst="rect">
            <a:avLst/>
          </a:prstGeom>
          <a:noFill/>
          <a:ln/>
        </p:spPr>
        <p:txBody>
          <a:bodyPr wrap="square" lIns="0" tIns="0" rIns="0" bIns="0" rtlCol="0" anchor="t"/>
          <a:lstStyle/>
          <a:p>
            <a:pPr marL="0" indent="0" algn="ctr">
              <a:buNone/>
            </a:pPr>
            <a:r>
              <a:rPr lang="en-US" sz="800">
                <a:solidFill>
                  <a:srgbClr val="CADCFC"/>
                </a:solidFill>
                <a:latin typeface="Calibri" pitchFamily="34" charset="0"/>
                <a:ea typeface="Calibri" pitchFamily="34" charset="-122"/>
                <a:cs typeface="Calibri" pitchFamily="34" charset="-120"/>
              </a:rPr>
              <a:t>First-pass sequence floor  ≥ 12 windows · zero-CPU filter</a:t>
            </a:r>
            <a:endParaRPr lang="en-US" sz="800"/>
          </a:p>
        </p:txBody>
      </p:sp>
      <p:sp>
        <p:nvSpPr>
          <p:cNvPr id="31" name="Shape 29"/>
          <p:cNvSpPr/>
          <p:nvPr/>
        </p:nvSpPr>
        <p:spPr>
          <a:xfrm>
            <a:off x="6217920" y="3209544"/>
            <a:ext cx="0" cy="274320"/>
          </a:xfrm>
          <a:prstGeom prst="line">
            <a:avLst/>
          </a:prstGeom>
          <a:noFill/>
          <a:ln w="15240">
            <a:solidFill>
              <a:srgbClr val="64748B"/>
            </a:solidFill>
            <a:prstDash val="solid"/>
          </a:ln>
        </p:spPr>
        <p:txBody>
          <a:bodyPr/>
          <a:lstStyle/>
          <a:p>
            <a:endParaRPr lang="en-CA"/>
          </a:p>
        </p:txBody>
      </p:sp>
      <p:sp>
        <p:nvSpPr>
          <p:cNvPr id="32" name="Shape 30"/>
          <p:cNvSpPr/>
          <p:nvPr/>
        </p:nvSpPr>
        <p:spPr>
          <a:xfrm>
            <a:off x="6163056" y="3438144"/>
            <a:ext cx="109728" cy="45720"/>
          </a:xfrm>
          <a:prstGeom prst="rect">
            <a:avLst/>
          </a:prstGeom>
          <a:solidFill>
            <a:srgbClr val="64748B"/>
          </a:solidFill>
          <a:ln w="12700">
            <a:solidFill>
              <a:srgbClr val="64748B"/>
            </a:solidFill>
            <a:prstDash val="solid"/>
          </a:ln>
        </p:spPr>
        <p:txBody>
          <a:bodyPr/>
          <a:lstStyle/>
          <a:p>
            <a:endParaRPr lang="en-CA"/>
          </a:p>
        </p:txBody>
      </p:sp>
      <p:sp>
        <p:nvSpPr>
          <p:cNvPr id="33" name="Shape 31"/>
          <p:cNvSpPr/>
          <p:nvPr/>
        </p:nvSpPr>
        <p:spPr>
          <a:xfrm>
            <a:off x="4846320" y="3483864"/>
            <a:ext cx="3108960" cy="475488"/>
          </a:xfrm>
          <a:prstGeom prst="rect">
            <a:avLst/>
          </a:prstGeom>
          <a:solidFill>
            <a:srgbClr val="1B2A4A"/>
          </a:solidFill>
          <a:ln w="12700">
            <a:solidFill>
              <a:srgbClr val="1B2A4A"/>
            </a:solidFill>
            <a:prstDash val="solid"/>
          </a:ln>
        </p:spPr>
        <p:txBody>
          <a:bodyPr/>
          <a:lstStyle/>
          <a:p>
            <a:endParaRPr lang="en-CA"/>
          </a:p>
        </p:txBody>
      </p:sp>
      <p:sp>
        <p:nvSpPr>
          <p:cNvPr id="34" name="Text 32"/>
          <p:cNvSpPr/>
          <p:nvPr/>
        </p:nvSpPr>
        <p:spPr>
          <a:xfrm>
            <a:off x="4846320" y="3493008"/>
            <a:ext cx="3108960" cy="237744"/>
          </a:xfrm>
          <a:prstGeom prst="rect">
            <a:avLst/>
          </a:prstGeom>
          <a:noFill/>
          <a:ln/>
        </p:spPr>
        <p:txBody>
          <a:bodyPr wrap="square" lIns="0" tIns="0" rIns="0" bIns="0" rtlCol="0" anchor="b"/>
          <a:lstStyle/>
          <a:p>
            <a:pPr marL="0" indent="0" algn="ctr">
              <a:buNone/>
            </a:pPr>
            <a:r>
              <a:rPr lang="en-US" sz="1050" b="1">
                <a:solidFill>
                  <a:srgbClr val="FFFFFF"/>
                </a:solidFill>
                <a:latin typeface="Calibri" pitchFamily="34" charset="0"/>
                <a:ea typeface="Calibri" pitchFamily="34" charset="-122"/>
                <a:cs typeface="Calibri" pitchFamily="34" charset="-120"/>
              </a:rPr>
              <a:t>Final SELECT  — 24 columns</a:t>
            </a:r>
            <a:endParaRPr lang="en-US" sz="1050"/>
          </a:p>
        </p:txBody>
      </p:sp>
      <p:sp>
        <p:nvSpPr>
          <p:cNvPr id="35" name="Text 33"/>
          <p:cNvSpPr/>
          <p:nvPr/>
        </p:nvSpPr>
        <p:spPr>
          <a:xfrm>
            <a:off x="4846320" y="3730752"/>
            <a:ext cx="3108960" cy="201168"/>
          </a:xfrm>
          <a:prstGeom prst="rect">
            <a:avLst/>
          </a:prstGeom>
          <a:noFill/>
          <a:ln/>
        </p:spPr>
        <p:txBody>
          <a:bodyPr wrap="square" lIns="0" tIns="0" rIns="0" bIns="0" rtlCol="0" anchor="t"/>
          <a:lstStyle/>
          <a:p>
            <a:pPr marL="0" indent="0" algn="ctr">
              <a:buNone/>
            </a:pPr>
            <a:r>
              <a:rPr lang="en-US" sz="800">
                <a:solidFill>
                  <a:srgbClr val="CADCFC"/>
                </a:solidFill>
                <a:latin typeface="Calibri" pitchFamily="34" charset="0"/>
                <a:ea typeface="Calibri" pitchFamily="34" charset="-122"/>
                <a:cs typeface="Calibri" pitchFamily="34" charset="-120"/>
              </a:rPr>
              <a:t>Full instance-level telemetry + all enrichments</a:t>
            </a:r>
            <a:endParaRPr lang="en-US" sz="800"/>
          </a:p>
        </p:txBody>
      </p:sp>
      <p:sp>
        <p:nvSpPr>
          <p:cNvPr id="36" name="Text 34"/>
          <p:cNvSpPr/>
          <p:nvPr/>
        </p:nvSpPr>
        <p:spPr>
          <a:xfrm>
            <a:off x="4663440" y="4224528"/>
            <a:ext cx="1737360" cy="256032"/>
          </a:xfrm>
          <a:prstGeom prst="rect">
            <a:avLst/>
          </a:prstGeom>
          <a:noFill/>
          <a:ln w="10160">
            <a:solidFill>
              <a:srgbClr val="16A34A"/>
            </a:solidFill>
          </a:ln>
        </p:spPr>
        <p:txBody>
          <a:bodyPr wrap="square" rtlCol="0" anchor="ctr"/>
          <a:lstStyle/>
          <a:p>
            <a:pPr marL="0" indent="0" algn="ctr">
              <a:buNone/>
            </a:pPr>
            <a:r>
              <a:rPr lang="en-US" sz="900" b="1">
                <a:solidFill>
                  <a:srgbClr val="16A34A"/>
                </a:solidFill>
                <a:latin typeface="Calibri" pitchFamily="34" charset="0"/>
                <a:ea typeface="Calibri" pitchFamily="34" charset="-122"/>
                <a:cs typeface="Calibri" pitchFamily="34" charset="-120"/>
              </a:rPr>
              <a:t>Mode A — Full GCS</a:t>
            </a:r>
            <a:endParaRPr lang="en-US" sz="900"/>
          </a:p>
        </p:txBody>
      </p:sp>
      <p:sp>
        <p:nvSpPr>
          <p:cNvPr id="37" name="Text 35"/>
          <p:cNvSpPr/>
          <p:nvPr/>
        </p:nvSpPr>
        <p:spPr>
          <a:xfrm>
            <a:off x="6492240" y="4224528"/>
            <a:ext cx="1737360" cy="256032"/>
          </a:xfrm>
          <a:prstGeom prst="rect">
            <a:avLst/>
          </a:prstGeom>
          <a:noFill/>
          <a:ln w="10160">
            <a:solidFill>
              <a:srgbClr val="D97706"/>
            </a:solidFill>
          </a:ln>
        </p:spPr>
        <p:txBody>
          <a:bodyPr wrap="square" rtlCol="0" anchor="ctr"/>
          <a:lstStyle/>
          <a:p>
            <a:pPr marL="0" indent="0" algn="ctr">
              <a:buNone/>
            </a:pPr>
            <a:r>
              <a:rPr lang="en-US" sz="900" b="1">
                <a:solidFill>
                  <a:srgbClr val="D97706"/>
                </a:solidFill>
                <a:latin typeface="Calibri" pitchFamily="34" charset="0"/>
                <a:ea typeface="Calibri" pitchFamily="34" charset="-122"/>
                <a:cs typeface="Calibri" pitchFamily="34" charset="-120"/>
              </a:rPr>
              <a:t>Mode B — Sample CSV</a:t>
            </a:r>
            <a:endParaRPr lang="en-US" sz="900"/>
          </a:p>
        </p:txBody>
      </p:sp>
      <p:sp>
        <p:nvSpPr>
          <p:cNvPr id="38" name="Shape 36"/>
          <p:cNvSpPr/>
          <p:nvPr/>
        </p:nvSpPr>
        <p:spPr>
          <a:xfrm>
            <a:off x="6217920" y="3959352"/>
            <a:ext cx="0" cy="265176"/>
          </a:xfrm>
          <a:prstGeom prst="line">
            <a:avLst/>
          </a:prstGeom>
          <a:noFill/>
          <a:ln w="12700">
            <a:solidFill>
              <a:srgbClr val="64748B"/>
            </a:solidFill>
            <a:prstDash val="solid"/>
          </a:ln>
        </p:spPr>
        <p:txBody>
          <a:bodyPr/>
          <a:lstStyle/>
          <a:p>
            <a:endParaRPr lang="en-CA"/>
          </a:p>
        </p:txBody>
      </p:sp>
      <p:sp>
        <p:nvSpPr>
          <p:cNvPr id="39" name="Shape 37"/>
          <p:cNvSpPr/>
          <p:nvPr/>
        </p:nvSpPr>
        <p:spPr>
          <a:xfrm>
            <a:off x="5486400" y="4224528"/>
            <a:ext cx="1463040" cy="0"/>
          </a:xfrm>
          <a:prstGeom prst="line">
            <a:avLst/>
          </a:prstGeom>
          <a:noFill/>
          <a:ln w="12700">
            <a:solidFill>
              <a:srgbClr val="64748B"/>
            </a:solidFill>
            <a:prstDash val="solid"/>
          </a:ln>
        </p:spPr>
        <p:txBody>
          <a:bodyPr/>
          <a:lstStyle/>
          <a:p>
            <a:endParaRPr lang="en-CA"/>
          </a:p>
        </p:txBody>
      </p:sp>
      <p:sp>
        <p:nvSpPr>
          <p:cNvPr id="40" name="Text 38"/>
          <p:cNvSpPr/>
          <p:nvPr/>
        </p:nvSpPr>
        <p:spPr>
          <a:xfrm>
            <a:off x="8046720" y="4892040"/>
            <a:ext cx="914400" cy="182880"/>
          </a:xfrm>
          <a:prstGeom prst="rect">
            <a:avLst/>
          </a:prstGeom>
          <a:noFill/>
          <a:ln/>
        </p:spPr>
        <p:txBody>
          <a:bodyPr wrap="square" rtlCol="0" anchor="ctr"/>
          <a:lstStyle/>
          <a:p>
            <a:pPr marL="0" indent="0" algn="r">
              <a:buNone/>
            </a:pPr>
            <a:r>
              <a:rPr lang="en-US" sz="900">
                <a:solidFill>
                  <a:srgbClr val="64748B"/>
                </a:solidFill>
                <a:latin typeface="Calibri" pitchFamily="34" charset="0"/>
                <a:ea typeface="Calibri" pitchFamily="34" charset="-122"/>
                <a:cs typeface="Calibri" pitchFamily="34" charset="-120"/>
              </a:rPr>
              <a:t>2 / 12</a:t>
            </a:r>
            <a:endParaRPr lang="en-US" sz="900"/>
          </a:p>
        </p:txBody>
      </p:sp>
      <p:sp>
        <p:nvSpPr>
          <p:cNvPr id="41" name="Text 39"/>
          <p:cNvSpPr/>
          <p:nvPr/>
        </p:nvSpPr>
        <p:spPr>
          <a:xfrm>
            <a:off x="365760" y="4892040"/>
            <a:ext cx="5486400" cy="182880"/>
          </a:xfrm>
          <a:prstGeom prst="rect">
            <a:avLst/>
          </a:prstGeom>
          <a:noFill/>
          <a:ln/>
        </p:spPr>
        <p:txBody>
          <a:bodyPr wrap="square" rtlCol="0" anchor="ctr"/>
          <a:lstStyle/>
          <a:p>
            <a:pPr marL="0" indent="0" algn="l">
              <a:buNone/>
            </a:pPr>
            <a:r>
              <a:rPr lang="en-CA" sz="900">
                <a:solidFill>
                  <a:srgbClr val="64748B"/>
                </a:solidFill>
                <a:latin typeface="Calibri" pitchFamily="34" charset="0"/>
                <a:ea typeface="Calibri" pitchFamily="34" charset="-122"/>
                <a:cs typeface="Calibri" pitchFamily="34" charset="-120"/>
              </a:rPr>
              <a:t>Data Extraction — LSTM Master Table</a:t>
            </a:r>
            <a:endParaRPr lang="en-US" sz="9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w="12700">
            <a:solidFill>
              <a:srgbClr val="1B2A4A"/>
            </a:solidFill>
            <a:prstDash val="solid"/>
          </a:ln>
        </p:spPr>
        <p:txBody>
          <a:bodyPr/>
          <a:lstStyle/>
          <a:p>
            <a:endParaRPr lang="en-US"/>
          </a:p>
        </p:txBody>
      </p:sp>
      <p:sp>
        <p:nvSpPr>
          <p:cNvPr id="3" name="Text 1"/>
          <p:cNvSpPr/>
          <p:nvPr/>
        </p:nvSpPr>
        <p:spPr>
          <a:xfrm>
            <a:off x="365760" y="0"/>
            <a:ext cx="8412480" cy="658368"/>
          </a:xfrm>
          <a:prstGeom prst="rect">
            <a:avLst/>
          </a:prstGeom>
          <a:noFill/>
          <a:ln/>
        </p:spPr>
        <p:txBody>
          <a:bodyPr wrap="square" lIns="0" tIns="0" rIns="0" bIns="0" rtlCol="0" anchor="ctr"/>
          <a:lstStyle/>
          <a:p>
            <a:pPr marL="0" indent="0">
              <a:buNone/>
            </a:pPr>
            <a:r>
              <a:rPr lang="en-US" sz="2200" b="1">
                <a:solidFill>
                  <a:srgbClr val="FFFFFF"/>
                </a:solidFill>
                <a:latin typeface="Calibri" pitchFamily="34" charset="0"/>
                <a:ea typeface="Calibri" pitchFamily="34" charset="-122"/>
                <a:cs typeface="Calibri" pitchFamily="34" charset="-120"/>
              </a:rPr>
              <a:t>Why Instance-Level Grain?</a:t>
            </a:r>
            <a:endParaRPr lang="en-US" sz="2200"/>
          </a:p>
        </p:txBody>
      </p:sp>
      <p:sp>
        <p:nvSpPr>
          <p:cNvPr id="4" name="Shape 2"/>
          <p:cNvSpPr/>
          <p:nvPr/>
        </p:nvSpPr>
        <p:spPr>
          <a:xfrm>
            <a:off x="274320" y="777240"/>
            <a:ext cx="4114800" cy="274320"/>
          </a:xfrm>
          <a:prstGeom prst="rect">
            <a:avLst/>
          </a:prstGeom>
          <a:solidFill>
            <a:srgbClr val="E11D48"/>
          </a:solidFill>
          <a:ln w="12700">
            <a:solidFill>
              <a:srgbClr val="E11D48"/>
            </a:solidFill>
            <a:prstDash val="solid"/>
          </a:ln>
        </p:spPr>
        <p:txBody>
          <a:bodyPr/>
          <a:lstStyle/>
          <a:p>
            <a:endParaRPr lang="en-US"/>
          </a:p>
        </p:txBody>
      </p:sp>
      <p:sp>
        <p:nvSpPr>
          <p:cNvPr id="5" name="Text 3"/>
          <p:cNvSpPr/>
          <p:nvPr/>
        </p:nvSpPr>
        <p:spPr>
          <a:xfrm>
            <a:off x="274320" y="777240"/>
            <a:ext cx="4114800" cy="274320"/>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The problem with job-level aggregation</a:t>
            </a:r>
            <a:endParaRPr lang="en-US" sz="1100"/>
          </a:p>
        </p:txBody>
      </p:sp>
      <p:sp>
        <p:nvSpPr>
          <p:cNvPr id="6" name="Shape 4"/>
          <p:cNvSpPr/>
          <p:nvPr/>
        </p:nvSpPr>
        <p:spPr>
          <a:xfrm>
            <a:off x="274320" y="1078992"/>
            <a:ext cx="4114800" cy="2468880"/>
          </a:xfrm>
          <a:prstGeom prst="rect">
            <a:avLst/>
          </a:prstGeom>
          <a:solidFill>
            <a:srgbClr val="FFE4E6"/>
          </a:solidFill>
          <a:ln w="9525">
            <a:solidFill>
              <a:srgbClr val="E11D48"/>
            </a:solidFill>
            <a:prstDash val="solid"/>
          </a:ln>
        </p:spPr>
        <p:txBody>
          <a:bodyPr/>
          <a:lstStyle/>
          <a:p>
            <a:endParaRPr lang="en-US"/>
          </a:p>
        </p:txBody>
      </p:sp>
      <p:sp>
        <p:nvSpPr>
          <p:cNvPr id="7" name="Shape 5"/>
          <p:cNvSpPr/>
          <p:nvPr/>
        </p:nvSpPr>
        <p:spPr>
          <a:xfrm>
            <a:off x="457200" y="1170432"/>
            <a:ext cx="3749040" cy="347472"/>
          </a:xfrm>
          <a:prstGeom prst="rect">
            <a:avLst/>
          </a:prstGeom>
          <a:solidFill>
            <a:srgbClr val="E8F5E9"/>
          </a:solidFill>
          <a:ln w="9525">
            <a:solidFill>
              <a:srgbClr val="16A34A"/>
            </a:solidFill>
            <a:prstDash val="solid"/>
          </a:ln>
        </p:spPr>
        <p:txBody>
          <a:bodyPr/>
          <a:lstStyle/>
          <a:p>
            <a:endParaRPr lang="en-US"/>
          </a:p>
        </p:txBody>
      </p:sp>
      <p:sp>
        <p:nvSpPr>
          <p:cNvPr id="8" name="Text 6"/>
          <p:cNvSpPr/>
          <p:nvPr/>
        </p:nvSpPr>
        <p:spPr>
          <a:xfrm>
            <a:off x="457200" y="1170432"/>
            <a:ext cx="3749040" cy="347472"/>
          </a:xfrm>
          <a:prstGeom prst="rect">
            <a:avLst/>
          </a:prstGeom>
          <a:noFill/>
          <a:ln/>
        </p:spPr>
        <p:txBody>
          <a:bodyPr wrap="square" lIns="76200" tIns="76200" rIns="76200" bIns="76200" rtlCol="0" anchor="ctr"/>
          <a:lstStyle/>
          <a:p>
            <a:pPr marL="0" indent="0">
              <a:buNone/>
            </a:pPr>
            <a:r>
              <a:rPr lang="en-US" sz="1000">
                <a:solidFill>
                  <a:srgbClr val="16A34A"/>
                </a:solidFill>
                <a:latin typeface="Calibri" pitchFamily="34" charset="0"/>
                <a:ea typeface="Calibri" pitchFamily="34" charset="-122"/>
                <a:cs typeface="Calibri" pitchFamily="34" charset="-120"/>
              </a:rPr>
              <a:t>Inst 0: avg_mem = 0.010  (safe)</a:t>
            </a:r>
            <a:endParaRPr lang="en-US" sz="1000"/>
          </a:p>
        </p:txBody>
      </p:sp>
      <p:sp>
        <p:nvSpPr>
          <p:cNvPr id="9" name="Shape 7"/>
          <p:cNvSpPr/>
          <p:nvPr/>
        </p:nvSpPr>
        <p:spPr>
          <a:xfrm>
            <a:off x="457200" y="1664208"/>
            <a:ext cx="3749040" cy="347472"/>
          </a:xfrm>
          <a:prstGeom prst="rect">
            <a:avLst/>
          </a:prstGeom>
          <a:solidFill>
            <a:srgbClr val="E8F5E9"/>
          </a:solidFill>
          <a:ln w="9525">
            <a:solidFill>
              <a:srgbClr val="16A34A"/>
            </a:solidFill>
            <a:prstDash val="solid"/>
          </a:ln>
        </p:spPr>
        <p:txBody>
          <a:bodyPr/>
          <a:lstStyle/>
          <a:p>
            <a:endParaRPr lang="en-US"/>
          </a:p>
        </p:txBody>
      </p:sp>
      <p:sp>
        <p:nvSpPr>
          <p:cNvPr id="10" name="Text 8"/>
          <p:cNvSpPr/>
          <p:nvPr/>
        </p:nvSpPr>
        <p:spPr>
          <a:xfrm>
            <a:off x="457200" y="1664208"/>
            <a:ext cx="3749040" cy="347472"/>
          </a:xfrm>
          <a:prstGeom prst="rect">
            <a:avLst/>
          </a:prstGeom>
          <a:noFill/>
          <a:ln/>
        </p:spPr>
        <p:txBody>
          <a:bodyPr wrap="square" lIns="76200" tIns="76200" rIns="76200" bIns="76200" rtlCol="0" anchor="ctr"/>
          <a:lstStyle/>
          <a:p>
            <a:pPr marL="0" indent="0">
              <a:buNone/>
            </a:pPr>
            <a:r>
              <a:rPr lang="en-US" sz="1000">
                <a:solidFill>
                  <a:srgbClr val="16A34A"/>
                </a:solidFill>
                <a:latin typeface="Calibri" pitchFamily="34" charset="0"/>
                <a:ea typeface="Calibri" pitchFamily="34" charset="-122"/>
                <a:cs typeface="Calibri" pitchFamily="34" charset="-120"/>
              </a:rPr>
              <a:t>Inst 1: avg_mem = 0.011  (safe)</a:t>
            </a:r>
            <a:endParaRPr lang="en-US" sz="1000"/>
          </a:p>
        </p:txBody>
      </p:sp>
      <p:sp>
        <p:nvSpPr>
          <p:cNvPr id="11" name="Shape 9"/>
          <p:cNvSpPr/>
          <p:nvPr/>
        </p:nvSpPr>
        <p:spPr>
          <a:xfrm>
            <a:off x="457200" y="2157984"/>
            <a:ext cx="3749040" cy="347472"/>
          </a:xfrm>
          <a:prstGeom prst="rect">
            <a:avLst/>
          </a:prstGeom>
          <a:solidFill>
            <a:srgbClr val="FEF3C7"/>
          </a:solidFill>
          <a:ln w="9525">
            <a:solidFill>
              <a:srgbClr val="D97706"/>
            </a:solidFill>
            <a:prstDash val="solid"/>
          </a:ln>
        </p:spPr>
        <p:txBody>
          <a:bodyPr/>
          <a:lstStyle/>
          <a:p>
            <a:endParaRPr lang="en-US"/>
          </a:p>
        </p:txBody>
      </p:sp>
      <p:sp>
        <p:nvSpPr>
          <p:cNvPr id="12" name="Text 10"/>
          <p:cNvSpPr/>
          <p:nvPr/>
        </p:nvSpPr>
        <p:spPr>
          <a:xfrm>
            <a:off x="457200" y="2157984"/>
            <a:ext cx="3749040" cy="347472"/>
          </a:xfrm>
          <a:prstGeom prst="rect">
            <a:avLst/>
          </a:prstGeom>
          <a:noFill/>
          <a:ln/>
        </p:spPr>
        <p:txBody>
          <a:bodyPr wrap="square" lIns="76200" tIns="76200" rIns="76200" bIns="76200" rtlCol="0" anchor="ctr"/>
          <a:lstStyle/>
          <a:p>
            <a:pPr marL="0" indent="0">
              <a:buNone/>
            </a:pPr>
            <a:r>
              <a:rPr lang="en-US" sz="1000" b="1">
                <a:solidFill>
                  <a:srgbClr val="D97706"/>
                </a:solidFill>
                <a:latin typeface="Calibri" pitchFamily="34" charset="0"/>
                <a:ea typeface="Calibri" pitchFamily="34" charset="-122"/>
                <a:cs typeface="Calibri" pitchFamily="34" charset="-120"/>
              </a:rPr>
              <a:t>Inst 2: avg_mem = 0.028  ⚠ near limit 0.029</a:t>
            </a:r>
            <a:endParaRPr lang="en-US" sz="1000"/>
          </a:p>
        </p:txBody>
      </p:sp>
      <p:sp>
        <p:nvSpPr>
          <p:cNvPr id="13" name="Shape 11"/>
          <p:cNvSpPr/>
          <p:nvPr/>
        </p:nvSpPr>
        <p:spPr>
          <a:xfrm>
            <a:off x="457200" y="2651760"/>
            <a:ext cx="3749040" cy="292608"/>
          </a:xfrm>
          <a:prstGeom prst="rect">
            <a:avLst/>
          </a:prstGeom>
          <a:solidFill>
            <a:srgbClr val="F1F5F9"/>
          </a:solidFill>
          <a:ln w="9525">
            <a:solidFill>
              <a:srgbClr val="CBD5E1"/>
            </a:solidFill>
            <a:prstDash val="solid"/>
          </a:ln>
        </p:spPr>
        <p:txBody>
          <a:bodyPr/>
          <a:lstStyle/>
          <a:p>
            <a:endParaRPr lang="en-US"/>
          </a:p>
        </p:txBody>
      </p:sp>
      <p:sp>
        <p:nvSpPr>
          <p:cNvPr id="14" name="Text 12"/>
          <p:cNvSpPr/>
          <p:nvPr/>
        </p:nvSpPr>
        <p:spPr>
          <a:xfrm>
            <a:off x="457200" y="2651760"/>
            <a:ext cx="3749040" cy="292608"/>
          </a:xfrm>
          <a:prstGeom prst="rect">
            <a:avLst/>
          </a:prstGeom>
          <a:noFill/>
          <a:ln/>
        </p:spPr>
        <p:txBody>
          <a:bodyPr wrap="square" lIns="76200" tIns="76200" rIns="76200" bIns="76200" rtlCol="0" anchor="ctr"/>
          <a:lstStyle/>
          <a:p>
            <a:pPr marL="0" indent="0">
              <a:buNone/>
            </a:pPr>
            <a:r>
              <a:rPr lang="en-US" sz="950" i="1">
                <a:solidFill>
                  <a:srgbClr val="64748B"/>
                </a:solidFill>
                <a:latin typeface="Calibri" pitchFamily="34" charset="0"/>
                <a:ea typeface="Calibri" pitchFamily="34" charset="-122"/>
                <a:cs typeface="Calibri" pitchFamily="34" charset="-120"/>
              </a:rPr>
              <a:t>Job-level average: avg_mem = 0.0163 ✓ appears safe</a:t>
            </a:r>
            <a:endParaRPr lang="en-US" sz="950"/>
          </a:p>
        </p:txBody>
      </p:sp>
      <p:sp>
        <p:nvSpPr>
          <p:cNvPr id="15" name="Text 13"/>
          <p:cNvSpPr/>
          <p:nvPr/>
        </p:nvSpPr>
        <p:spPr>
          <a:xfrm>
            <a:off x="274320" y="3035808"/>
            <a:ext cx="4114800" cy="457200"/>
          </a:xfrm>
          <a:prstGeom prst="rect">
            <a:avLst/>
          </a:prstGeom>
          <a:noFill/>
          <a:ln/>
        </p:spPr>
        <p:txBody>
          <a:bodyPr wrap="square" rtlCol="0" anchor="ctr"/>
          <a:lstStyle/>
          <a:p>
            <a:pPr marL="0" indent="0">
              <a:buNone/>
            </a:pPr>
            <a:r>
              <a:rPr lang="en-US" sz="1000" b="1">
                <a:solidFill>
                  <a:srgbClr val="E11D48"/>
                </a:solidFill>
                <a:latin typeface="Calibri" pitchFamily="34" charset="0"/>
                <a:ea typeface="Calibri" pitchFamily="34" charset="-122"/>
                <a:cs typeface="Calibri" pitchFamily="34" charset="-120"/>
              </a:rPr>
              <a:t>Instance 2 is 96% of its memory limit — at risk of OOM kill — but invisible in the job average.</a:t>
            </a:r>
            <a:endParaRPr lang="en-US" sz="1000"/>
          </a:p>
        </p:txBody>
      </p:sp>
      <p:sp>
        <p:nvSpPr>
          <p:cNvPr id="16" name="Shape 14"/>
          <p:cNvSpPr/>
          <p:nvPr/>
        </p:nvSpPr>
        <p:spPr>
          <a:xfrm>
            <a:off x="4754880" y="777240"/>
            <a:ext cx="4114800" cy="274320"/>
          </a:xfrm>
          <a:prstGeom prst="rect">
            <a:avLst/>
          </a:prstGeom>
          <a:solidFill>
            <a:srgbClr val="2563EB"/>
          </a:solidFill>
          <a:ln w="12700">
            <a:solidFill>
              <a:srgbClr val="2563EB"/>
            </a:solidFill>
            <a:prstDash val="solid"/>
          </a:ln>
        </p:spPr>
        <p:txBody>
          <a:bodyPr/>
          <a:lstStyle/>
          <a:p>
            <a:endParaRPr lang="en-US"/>
          </a:p>
        </p:txBody>
      </p:sp>
      <p:sp>
        <p:nvSpPr>
          <p:cNvPr id="17" name="Text 15"/>
          <p:cNvSpPr/>
          <p:nvPr/>
        </p:nvSpPr>
        <p:spPr>
          <a:xfrm>
            <a:off x="4754880" y="777240"/>
            <a:ext cx="4114800" cy="274320"/>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The instance-level solution</a:t>
            </a:r>
            <a:endParaRPr lang="en-US" sz="1100"/>
          </a:p>
        </p:txBody>
      </p:sp>
      <p:sp>
        <p:nvSpPr>
          <p:cNvPr id="18" name="Shape 16"/>
          <p:cNvSpPr/>
          <p:nvPr/>
        </p:nvSpPr>
        <p:spPr>
          <a:xfrm>
            <a:off x="4754880" y="1097280"/>
            <a:ext cx="4114800" cy="2450592"/>
          </a:xfrm>
          <a:prstGeom prst="rect">
            <a:avLst/>
          </a:prstGeom>
          <a:solidFill>
            <a:srgbClr val="DBEAFE"/>
          </a:solidFill>
          <a:ln w="9525">
            <a:solidFill>
              <a:srgbClr val="2563EB"/>
            </a:solidFill>
            <a:prstDash val="solid"/>
          </a:ln>
        </p:spPr>
        <p:txBody>
          <a:bodyPr/>
          <a:lstStyle/>
          <a:p>
            <a:endParaRPr lang="en-US"/>
          </a:p>
        </p:txBody>
      </p:sp>
      <p:sp>
        <p:nvSpPr>
          <p:cNvPr id="19" name="Shape 17"/>
          <p:cNvSpPr/>
          <p:nvPr/>
        </p:nvSpPr>
        <p:spPr>
          <a:xfrm>
            <a:off x="4937760" y="1170432"/>
            <a:ext cx="3749040" cy="310896"/>
          </a:xfrm>
          <a:prstGeom prst="rect">
            <a:avLst/>
          </a:prstGeom>
          <a:solidFill>
            <a:srgbClr val="FFFFFF"/>
          </a:solidFill>
          <a:ln w="6350">
            <a:solidFill>
              <a:srgbClr val="CBD5E1"/>
            </a:solidFill>
            <a:prstDash val="solid"/>
          </a:ln>
        </p:spPr>
        <p:txBody>
          <a:bodyPr/>
          <a:lstStyle/>
          <a:p>
            <a:endParaRPr lang="en-US"/>
          </a:p>
        </p:txBody>
      </p:sp>
      <p:sp>
        <p:nvSpPr>
          <p:cNvPr id="20" name="Text 18"/>
          <p:cNvSpPr/>
          <p:nvPr/>
        </p:nvSpPr>
        <p:spPr>
          <a:xfrm>
            <a:off x="4937760" y="1170432"/>
            <a:ext cx="3749040" cy="310896"/>
          </a:xfrm>
          <a:prstGeom prst="rect">
            <a:avLst/>
          </a:prstGeom>
          <a:noFill/>
          <a:ln/>
        </p:spPr>
        <p:txBody>
          <a:bodyPr wrap="square" lIns="76200" tIns="76200" rIns="76200" bIns="76200" rtlCol="0" anchor="ctr"/>
          <a:lstStyle/>
          <a:p>
            <a:pPr marL="0" indent="0">
              <a:buNone/>
            </a:pPr>
            <a:r>
              <a:rPr lang="en-US" sz="950">
                <a:solidFill>
                  <a:srgbClr val="1B2A4A"/>
                </a:solidFill>
                <a:latin typeface="Calibri" pitchFamily="34" charset="0"/>
                <a:ea typeface="Calibri" pitchFamily="34" charset="-122"/>
                <a:cs typeface="Calibri" pitchFamily="34" charset="-120"/>
              </a:rPr>
              <a:t>1.  LSTM predicts per-instance sequences</a:t>
            </a:r>
            <a:endParaRPr lang="en-US" sz="950"/>
          </a:p>
        </p:txBody>
      </p:sp>
      <p:sp>
        <p:nvSpPr>
          <p:cNvPr id="21" name="Shape 19"/>
          <p:cNvSpPr/>
          <p:nvPr/>
        </p:nvSpPr>
        <p:spPr>
          <a:xfrm>
            <a:off x="4937760" y="1609344"/>
            <a:ext cx="3749040" cy="310896"/>
          </a:xfrm>
          <a:prstGeom prst="rect">
            <a:avLst/>
          </a:prstGeom>
          <a:solidFill>
            <a:srgbClr val="FFFFFF"/>
          </a:solidFill>
          <a:ln w="6350">
            <a:solidFill>
              <a:srgbClr val="CBD5E1"/>
            </a:solidFill>
            <a:prstDash val="solid"/>
          </a:ln>
        </p:spPr>
        <p:txBody>
          <a:bodyPr/>
          <a:lstStyle/>
          <a:p>
            <a:endParaRPr lang="en-US"/>
          </a:p>
        </p:txBody>
      </p:sp>
      <p:sp>
        <p:nvSpPr>
          <p:cNvPr id="22" name="Text 20"/>
          <p:cNvSpPr/>
          <p:nvPr/>
        </p:nvSpPr>
        <p:spPr>
          <a:xfrm>
            <a:off x="4937760" y="1609344"/>
            <a:ext cx="3749040" cy="310896"/>
          </a:xfrm>
          <a:prstGeom prst="rect">
            <a:avLst/>
          </a:prstGeom>
          <a:noFill/>
          <a:ln/>
        </p:spPr>
        <p:txBody>
          <a:bodyPr wrap="square" lIns="76200" tIns="76200" rIns="76200" bIns="76200" rtlCol="0" anchor="ctr"/>
          <a:lstStyle/>
          <a:p>
            <a:pPr marL="0" indent="0">
              <a:buNone/>
            </a:pPr>
            <a:r>
              <a:rPr lang="en-US" sz="950" b="1">
                <a:solidFill>
                  <a:srgbClr val="E11D48"/>
                </a:solidFill>
                <a:latin typeface="Calibri" pitchFamily="34" charset="0"/>
                <a:ea typeface="Calibri" pitchFamily="34" charset="-122"/>
                <a:cs typeface="Calibri" pitchFamily="34" charset="-120"/>
              </a:rPr>
              <a:t>2.  Inst 2 peak memory predicted → OOM risk flagged</a:t>
            </a:r>
            <a:endParaRPr lang="en-US" sz="950"/>
          </a:p>
        </p:txBody>
      </p:sp>
      <p:sp>
        <p:nvSpPr>
          <p:cNvPr id="23" name="Shape 21"/>
          <p:cNvSpPr/>
          <p:nvPr/>
        </p:nvSpPr>
        <p:spPr>
          <a:xfrm>
            <a:off x="4937760" y="2048256"/>
            <a:ext cx="3749040" cy="310896"/>
          </a:xfrm>
          <a:prstGeom prst="rect">
            <a:avLst/>
          </a:prstGeom>
          <a:solidFill>
            <a:srgbClr val="FFFFFF"/>
          </a:solidFill>
          <a:ln w="6350">
            <a:solidFill>
              <a:srgbClr val="CBD5E1"/>
            </a:solidFill>
            <a:prstDash val="solid"/>
          </a:ln>
        </p:spPr>
        <p:txBody>
          <a:bodyPr/>
          <a:lstStyle/>
          <a:p>
            <a:endParaRPr lang="en-US"/>
          </a:p>
        </p:txBody>
      </p:sp>
      <p:sp>
        <p:nvSpPr>
          <p:cNvPr id="24" name="Text 22"/>
          <p:cNvSpPr/>
          <p:nvPr/>
        </p:nvSpPr>
        <p:spPr>
          <a:xfrm>
            <a:off x="4937760" y="2048256"/>
            <a:ext cx="3749040" cy="310896"/>
          </a:xfrm>
          <a:prstGeom prst="rect">
            <a:avLst/>
          </a:prstGeom>
          <a:noFill/>
          <a:ln/>
        </p:spPr>
        <p:txBody>
          <a:bodyPr wrap="square" lIns="76200" tIns="76200" rIns="76200" bIns="76200" rtlCol="0" anchor="ctr"/>
          <a:lstStyle/>
          <a:p>
            <a:pPr marL="0" indent="0">
              <a:buNone/>
            </a:pPr>
            <a:r>
              <a:rPr lang="en-US" sz="950">
                <a:solidFill>
                  <a:srgbClr val="0891B2"/>
                </a:solidFill>
                <a:latin typeface="Calibri" pitchFamily="34" charset="0"/>
                <a:ea typeface="Calibri" pitchFamily="34" charset="-122"/>
                <a:cs typeface="Calibri" pitchFamily="34" charset="-120"/>
              </a:rPr>
              <a:t>3.  Predictions aggregated by collection_id</a:t>
            </a:r>
            <a:endParaRPr lang="en-US" sz="950"/>
          </a:p>
        </p:txBody>
      </p:sp>
      <p:sp>
        <p:nvSpPr>
          <p:cNvPr id="25" name="Shape 23"/>
          <p:cNvSpPr/>
          <p:nvPr/>
        </p:nvSpPr>
        <p:spPr>
          <a:xfrm>
            <a:off x="4937760" y="2487168"/>
            <a:ext cx="3749040" cy="310896"/>
          </a:xfrm>
          <a:prstGeom prst="rect">
            <a:avLst/>
          </a:prstGeom>
          <a:solidFill>
            <a:srgbClr val="FFFFFF"/>
          </a:solidFill>
          <a:ln w="6350">
            <a:solidFill>
              <a:srgbClr val="CBD5E1"/>
            </a:solidFill>
            <a:prstDash val="solid"/>
          </a:ln>
        </p:spPr>
        <p:txBody>
          <a:bodyPr/>
          <a:lstStyle/>
          <a:p>
            <a:endParaRPr lang="en-US"/>
          </a:p>
        </p:txBody>
      </p:sp>
      <p:sp>
        <p:nvSpPr>
          <p:cNvPr id="26" name="Text 24"/>
          <p:cNvSpPr/>
          <p:nvPr/>
        </p:nvSpPr>
        <p:spPr>
          <a:xfrm>
            <a:off x="4937760" y="2487168"/>
            <a:ext cx="3749040" cy="310896"/>
          </a:xfrm>
          <a:prstGeom prst="rect">
            <a:avLst/>
          </a:prstGeom>
          <a:noFill/>
          <a:ln/>
        </p:spPr>
        <p:txBody>
          <a:bodyPr wrap="square" lIns="76200" tIns="76200" rIns="76200" bIns="76200" rtlCol="0" anchor="ctr"/>
          <a:lstStyle/>
          <a:p>
            <a:pPr marL="0" indent="0">
              <a:buNone/>
            </a:pPr>
            <a:r>
              <a:rPr lang="en-US" sz="950">
                <a:solidFill>
                  <a:srgbClr val="16A34A"/>
                </a:solidFill>
                <a:latin typeface="Calibri" pitchFamily="34" charset="0"/>
                <a:ea typeface="Calibri" pitchFamily="34" charset="-122"/>
                <a:cs typeface="Calibri" pitchFamily="34" charset="-120"/>
              </a:rPr>
              <a:t>4.  Job footprint = SUM(cpu) · MAX(memory) across instances</a:t>
            </a:r>
            <a:endParaRPr lang="en-US" sz="950"/>
          </a:p>
        </p:txBody>
      </p:sp>
      <p:sp>
        <p:nvSpPr>
          <p:cNvPr id="27" name="Shape 25"/>
          <p:cNvSpPr/>
          <p:nvPr/>
        </p:nvSpPr>
        <p:spPr>
          <a:xfrm>
            <a:off x="4937760" y="2926080"/>
            <a:ext cx="3749040" cy="310896"/>
          </a:xfrm>
          <a:prstGeom prst="rect">
            <a:avLst/>
          </a:prstGeom>
          <a:solidFill>
            <a:srgbClr val="FFFFFF"/>
          </a:solidFill>
          <a:ln w="6350">
            <a:solidFill>
              <a:srgbClr val="CBD5E1"/>
            </a:solidFill>
            <a:prstDash val="solid"/>
          </a:ln>
        </p:spPr>
        <p:txBody>
          <a:bodyPr/>
          <a:lstStyle/>
          <a:p>
            <a:endParaRPr lang="en-US"/>
          </a:p>
        </p:txBody>
      </p:sp>
      <p:sp>
        <p:nvSpPr>
          <p:cNvPr id="28" name="Text 26"/>
          <p:cNvSpPr/>
          <p:nvPr/>
        </p:nvSpPr>
        <p:spPr>
          <a:xfrm>
            <a:off x="4937760" y="2926080"/>
            <a:ext cx="3749040" cy="310896"/>
          </a:xfrm>
          <a:prstGeom prst="rect">
            <a:avLst/>
          </a:prstGeom>
          <a:noFill/>
          <a:ln/>
        </p:spPr>
        <p:txBody>
          <a:bodyPr wrap="square" lIns="76200" tIns="76200" rIns="76200" bIns="76200" rtlCol="0" anchor="ctr"/>
          <a:lstStyle/>
          <a:p>
            <a:pPr marL="0" indent="0">
              <a:buNone/>
            </a:pPr>
            <a:r>
              <a:rPr lang="en-US" sz="950">
                <a:solidFill>
                  <a:srgbClr val="1B2A4A"/>
                </a:solidFill>
                <a:latin typeface="Calibri" pitchFamily="34" charset="0"/>
                <a:ea typeface="Calibri" pitchFamily="34" charset="-122"/>
                <a:cs typeface="Calibri" pitchFamily="34" charset="-120"/>
              </a:rPr>
              <a:t>5.  Optimiser schedules with full risk visibility</a:t>
            </a:r>
            <a:endParaRPr lang="en-US" sz="950"/>
          </a:p>
        </p:txBody>
      </p:sp>
      <p:sp>
        <p:nvSpPr>
          <p:cNvPr id="29" name="Text 27"/>
          <p:cNvSpPr/>
          <p:nvPr/>
        </p:nvSpPr>
        <p:spPr>
          <a:xfrm>
            <a:off x="8046720" y="4892040"/>
            <a:ext cx="914400" cy="182880"/>
          </a:xfrm>
          <a:prstGeom prst="rect">
            <a:avLst/>
          </a:prstGeom>
          <a:noFill/>
          <a:ln/>
        </p:spPr>
        <p:txBody>
          <a:bodyPr wrap="square" rtlCol="0" anchor="ctr"/>
          <a:lstStyle/>
          <a:p>
            <a:pPr marL="0" indent="0" algn="r">
              <a:buNone/>
            </a:pPr>
            <a:r>
              <a:rPr lang="en-US" sz="900">
                <a:solidFill>
                  <a:srgbClr val="64748B"/>
                </a:solidFill>
                <a:latin typeface="Calibri" pitchFamily="34" charset="0"/>
                <a:ea typeface="Calibri" pitchFamily="34" charset="-122"/>
                <a:cs typeface="Calibri" pitchFamily="34" charset="-120"/>
              </a:rPr>
              <a:t>11 / 12</a:t>
            </a:r>
            <a:endParaRPr lang="en-US" sz="900"/>
          </a:p>
        </p:txBody>
      </p:sp>
      <p:sp>
        <p:nvSpPr>
          <p:cNvPr id="30" name="Text 28"/>
          <p:cNvSpPr/>
          <p:nvPr/>
        </p:nvSpPr>
        <p:spPr>
          <a:xfrm>
            <a:off x="365760" y="4892040"/>
            <a:ext cx="5486400" cy="182880"/>
          </a:xfrm>
          <a:prstGeom prst="rect">
            <a:avLst/>
          </a:prstGeom>
          <a:noFill/>
          <a:ln/>
        </p:spPr>
        <p:txBody>
          <a:bodyPr wrap="square" rtlCol="0" anchor="ctr"/>
          <a:lstStyle/>
          <a:p>
            <a:pPr marL="0" indent="0" algn="l">
              <a:buNone/>
            </a:pPr>
            <a:r>
              <a:rPr lang="en-CA" sz="900">
                <a:solidFill>
                  <a:srgbClr val="64748B"/>
                </a:solidFill>
                <a:latin typeface="Calibri" pitchFamily="34" charset="0"/>
                <a:ea typeface="Calibri" pitchFamily="34" charset="-122"/>
                <a:cs typeface="Calibri" pitchFamily="34" charset="-120"/>
              </a:rPr>
              <a:t>Data Extraction — LSTM Master Table</a:t>
            </a:r>
            <a:endParaRPr lang="en-US" sz="900"/>
          </a:p>
        </p:txBody>
      </p:sp>
      <p:sp>
        <p:nvSpPr>
          <p:cNvPr id="32" name="TextBox 31">
            <a:extLst>
              <a:ext uri="{FF2B5EF4-FFF2-40B4-BE49-F238E27FC236}">
                <a16:creationId xmlns:a16="http://schemas.microsoft.com/office/drawing/2014/main" id="{F846CC84-C5C1-4A76-B0A7-46EDECEDB7C9}"/>
              </a:ext>
            </a:extLst>
          </p:cNvPr>
          <p:cNvSpPr txBox="1"/>
          <p:nvPr/>
        </p:nvSpPr>
        <p:spPr>
          <a:xfrm>
            <a:off x="225424" y="3676908"/>
            <a:ext cx="8644255" cy="1200329"/>
          </a:xfrm>
          <a:prstGeom prst="rect">
            <a:avLst/>
          </a:prstGeom>
          <a:noFill/>
        </p:spPr>
        <p:txBody>
          <a:bodyPr wrap="square">
            <a:spAutoFit/>
          </a:bodyPr>
          <a:lstStyle/>
          <a:p>
            <a:r>
              <a:rPr lang="en-CA" sz="900"/>
              <a:t>A job in the Google trace can contain hundreds of individual container </a:t>
            </a:r>
            <a:r>
              <a:rPr lang="en-CA" sz="900">
                <a:highlight>
                  <a:srgbClr val="FFFF00"/>
                </a:highlight>
              </a:rPr>
              <a:t>instances, each running on a different machine with its own distinct CPU and memory consumption pattern </a:t>
            </a:r>
            <a:r>
              <a:rPr lang="en-CA" sz="900"/>
              <a:t>— </a:t>
            </a:r>
            <a:r>
              <a:rPr lang="en-CA" sz="900">
                <a:highlight>
                  <a:srgbClr val="00FFFF"/>
                </a:highlight>
              </a:rPr>
              <a:t>two instances within the same job can behave completely differently </a:t>
            </a:r>
            <a:r>
              <a:rPr lang="en-CA" sz="900"/>
              <a:t>depending on their assigned workload, their position in a distributed pipeline, or the machine they land on. Aggregating to the </a:t>
            </a:r>
            <a:r>
              <a:rPr lang="en-CA" sz="900">
                <a:highlight>
                  <a:srgbClr val="00FF00"/>
                </a:highlight>
              </a:rPr>
              <a:t>job level would average out these differences and produce a single smoothed signal </a:t>
            </a:r>
            <a:r>
              <a:rPr lang="en-CA" sz="900"/>
              <a:t>that misrepresents what any individual container actually consumes, making the predictions useless for the scheduler, which must make placement decisions at the container level</a:t>
            </a:r>
            <a:r>
              <a:rPr lang="en-CA" sz="900">
                <a:highlight>
                  <a:srgbClr val="00FF00"/>
                </a:highlight>
              </a:rPr>
              <a:t>. Taking the job-level maximum instead of the mean is not a solution either</a:t>
            </a:r>
            <a:r>
              <a:rPr lang="en-CA" sz="900"/>
              <a:t>, because it would force the scheduler </a:t>
            </a:r>
            <a:r>
              <a:rPr lang="en-CA" sz="900">
                <a:highlight>
                  <a:srgbClr val="00FF00"/>
                </a:highlight>
              </a:rPr>
              <a:t>to treat every instance as if it were the most resource-hungry instance in the job</a:t>
            </a:r>
            <a:r>
              <a:rPr lang="en-CA" sz="900"/>
              <a:t>, systematically over-provisioning memory across all nodes and directly undermining the memory utilisation objective the optimiser is designed to maximise — replacing one distortion with an even more conservative one that defeats the purpose of forecasting altogether. The optimiser needs to know how much memory each individual pod will demand on a specific node, not what the job consumes on average or at its peak across all nodes, so forecasting at the instance level is the only grain that directly feeds actionable scheduling decisions.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 name="Shape 1">
            <a:extLst>
              <a:ext uri="{FF2B5EF4-FFF2-40B4-BE49-F238E27FC236}">
                <a16:creationId xmlns:a16="http://schemas.microsoft.com/office/drawing/2014/main" id="{6944496C-F25E-4E29-FB5B-C0778DE9727A}"/>
              </a:ext>
            </a:extLst>
          </p:cNvPr>
          <p:cNvSpPr/>
          <p:nvPr/>
        </p:nvSpPr>
        <p:spPr>
          <a:xfrm>
            <a:off x="0" y="71836"/>
            <a:ext cx="9144000" cy="667512"/>
          </a:xfrm>
          <a:prstGeom prst="rect">
            <a:avLst/>
          </a:prstGeom>
          <a:solidFill>
            <a:srgbClr val="0D1B2A"/>
          </a:solidFill>
          <a:ln w="12700">
            <a:solidFill>
              <a:srgbClr val="0D1B2A"/>
            </a:solidFill>
            <a:prstDash val="solid"/>
          </a:ln>
        </p:spPr>
        <p:txBody>
          <a:bodyPr/>
          <a:lstStyle/>
          <a:p>
            <a:endParaRPr lang="en-CA"/>
          </a:p>
        </p:txBody>
      </p:sp>
      <p:sp>
        <p:nvSpPr>
          <p:cNvPr id="2" name="Shape 0"/>
          <p:cNvSpPr/>
          <p:nvPr/>
        </p:nvSpPr>
        <p:spPr>
          <a:xfrm>
            <a:off x="0" y="0"/>
            <a:ext cx="9144000" cy="64008"/>
          </a:xfrm>
          <a:prstGeom prst="rect">
            <a:avLst/>
          </a:prstGeom>
          <a:solidFill>
            <a:srgbClr val="0E9AA7"/>
          </a:solidFill>
          <a:ln w="12700">
            <a:solidFill>
              <a:srgbClr val="0E9AA7"/>
            </a:solidFill>
            <a:prstDash val="solid"/>
          </a:ln>
        </p:spPr>
        <p:txBody>
          <a:bodyPr/>
          <a:lstStyle/>
          <a:p>
            <a:endParaRPr lang="en-CA"/>
          </a:p>
        </p:txBody>
      </p:sp>
      <p:sp>
        <p:nvSpPr>
          <p:cNvPr id="14" name="Text 2">
            <a:extLst>
              <a:ext uri="{FF2B5EF4-FFF2-40B4-BE49-F238E27FC236}">
                <a16:creationId xmlns:a16="http://schemas.microsoft.com/office/drawing/2014/main" id="{2D67D2E3-9EB7-B8C0-FD38-FAA0ADBB5D5D}"/>
              </a:ext>
            </a:extLst>
          </p:cNvPr>
          <p:cNvSpPr/>
          <p:nvPr/>
        </p:nvSpPr>
        <p:spPr>
          <a:xfrm>
            <a:off x="365760" y="73152"/>
            <a:ext cx="8229600" cy="658368"/>
          </a:xfrm>
          <a:prstGeom prst="rect">
            <a:avLst/>
          </a:prstGeom>
          <a:noFill/>
          <a:ln/>
        </p:spPr>
        <p:txBody>
          <a:bodyPr wrap="square" lIns="91440" tIns="45720" rIns="91440" bIns="45720" rtlCol="0" anchor="ctr"/>
          <a:lstStyle/>
          <a:p>
            <a:r>
              <a:rPr lang="en-US" sz="2200" b="1">
                <a:solidFill>
                  <a:srgbClr val="FFFFFF"/>
                </a:solidFill>
                <a:latin typeface="Calibri"/>
                <a:cs typeface="Calibri"/>
              </a:rPr>
              <a:t>ERD</a:t>
            </a:r>
            <a:endParaRPr lang="en-US"/>
          </a:p>
        </p:txBody>
      </p:sp>
      <p:pic>
        <p:nvPicPr>
          <p:cNvPr id="6" name="Picture 5">
            <a:extLst>
              <a:ext uri="{FF2B5EF4-FFF2-40B4-BE49-F238E27FC236}">
                <a16:creationId xmlns:a16="http://schemas.microsoft.com/office/drawing/2014/main" id="{CEBCDA4C-FF9A-4AB3-BB99-6826EEA51C96}"/>
              </a:ext>
            </a:extLst>
          </p:cNvPr>
          <p:cNvPicPr>
            <a:picLocks noChangeAspect="1"/>
          </p:cNvPicPr>
          <p:nvPr/>
        </p:nvPicPr>
        <p:blipFill>
          <a:blip r:embed="rId3"/>
          <a:stretch>
            <a:fillRect/>
          </a:stretch>
        </p:blipFill>
        <p:spPr>
          <a:xfrm>
            <a:off x="568618" y="883248"/>
            <a:ext cx="7676350" cy="4187100"/>
          </a:xfrm>
          <a:prstGeom prst="rect">
            <a:avLst/>
          </a:prstGeom>
        </p:spPr>
      </p:pic>
    </p:spTree>
    <p:extLst>
      <p:ext uri="{BB962C8B-B14F-4D97-AF65-F5344CB8AC3E}">
        <p14:creationId xmlns:p14="http://schemas.microsoft.com/office/powerpoint/2010/main" val="28103519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w="12700">
            <a:solidFill>
              <a:srgbClr val="1B2A4A"/>
            </a:solidFill>
            <a:prstDash val="solid"/>
          </a:ln>
        </p:spPr>
        <p:txBody>
          <a:bodyPr/>
          <a:lstStyle/>
          <a:p>
            <a:endParaRPr lang="en-CA"/>
          </a:p>
        </p:txBody>
      </p:sp>
      <p:sp>
        <p:nvSpPr>
          <p:cNvPr id="3" name="Text 1"/>
          <p:cNvSpPr/>
          <p:nvPr/>
        </p:nvSpPr>
        <p:spPr>
          <a:xfrm>
            <a:off x="365760" y="0"/>
            <a:ext cx="7498080" cy="658368"/>
          </a:xfrm>
          <a:prstGeom prst="rect">
            <a:avLst/>
          </a:prstGeom>
          <a:noFill/>
          <a:ln/>
        </p:spPr>
        <p:txBody>
          <a:bodyPr wrap="square" lIns="0" tIns="0" rIns="0" bIns="0" rtlCol="0" anchor="ctr"/>
          <a:lstStyle/>
          <a:p>
            <a:pPr marL="0" indent="0">
              <a:buNone/>
            </a:pPr>
            <a:r>
              <a:rPr lang="en-US" sz="2000" b="1">
                <a:solidFill>
                  <a:srgbClr val="FFFFFF"/>
                </a:solidFill>
                <a:latin typeface="Calibri" pitchFamily="34" charset="0"/>
                <a:ea typeface="Calibri" pitchFamily="34" charset="-122"/>
                <a:cs typeface="Calibri" pitchFamily="34" charset="-120"/>
              </a:rPr>
              <a:t>CTE 1 — </a:t>
            </a:r>
            <a:r>
              <a:rPr lang="en-US" sz="2000" b="1" err="1">
                <a:solidFill>
                  <a:srgbClr val="FFFFFF"/>
                </a:solidFill>
                <a:latin typeface="Calibri" pitchFamily="34" charset="0"/>
                <a:ea typeface="Calibri" pitchFamily="34" charset="-122"/>
                <a:cs typeface="Calibri" pitchFamily="34" charset="-120"/>
              </a:rPr>
              <a:t>stable_instances</a:t>
            </a:r>
            <a:r>
              <a:rPr lang="en-US" sz="2000" b="1">
                <a:solidFill>
                  <a:srgbClr val="FFFFFF"/>
                </a:solidFill>
                <a:latin typeface="Calibri" pitchFamily="34" charset="0"/>
                <a:ea typeface="Calibri" pitchFamily="34" charset="-122"/>
                <a:cs typeface="Calibri" pitchFamily="34" charset="-120"/>
              </a:rPr>
              <a:t>  ·  </a:t>
            </a:r>
            <a:r>
              <a:rPr lang="en-US" sz="2000" b="1" err="1">
                <a:solidFill>
                  <a:srgbClr val="FFFFFF"/>
                </a:solidFill>
                <a:latin typeface="Calibri" pitchFamily="34" charset="0"/>
                <a:ea typeface="Calibri" pitchFamily="34" charset="-122"/>
                <a:cs typeface="Calibri" pitchFamily="34" charset="-120"/>
              </a:rPr>
              <a:t>instance_events</a:t>
            </a:r>
            <a:endParaRPr lang="en-US" sz="2000"/>
          </a:p>
        </p:txBody>
      </p:sp>
      <p:sp>
        <p:nvSpPr>
          <p:cNvPr id="4" name="Shape 2"/>
          <p:cNvSpPr/>
          <p:nvPr/>
        </p:nvSpPr>
        <p:spPr>
          <a:xfrm>
            <a:off x="6858000" y="109728"/>
            <a:ext cx="1920240" cy="237744"/>
          </a:xfrm>
          <a:prstGeom prst="rect">
            <a:avLst/>
          </a:prstGeom>
          <a:solidFill>
            <a:srgbClr val="2563EB">
              <a:alpha val="70000"/>
            </a:srgbClr>
          </a:solidFill>
          <a:ln w="12700">
            <a:solidFill>
              <a:srgbClr val="DBEAFE"/>
            </a:solidFill>
            <a:prstDash val="solid"/>
          </a:ln>
        </p:spPr>
        <p:txBody>
          <a:bodyPr/>
          <a:lstStyle/>
          <a:p>
            <a:endParaRPr lang="en-CA"/>
          </a:p>
        </p:txBody>
      </p:sp>
      <p:sp>
        <p:nvSpPr>
          <p:cNvPr id="5" name="Text 3"/>
          <p:cNvSpPr/>
          <p:nvPr/>
        </p:nvSpPr>
        <p:spPr>
          <a:xfrm>
            <a:off x="6858000" y="109728"/>
            <a:ext cx="1920240" cy="237744"/>
          </a:xfrm>
          <a:prstGeom prst="rect">
            <a:avLst/>
          </a:prstGeom>
          <a:noFill/>
          <a:ln/>
        </p:spPr>
        <p:txBody>
          <a:bodyPr wrap="square" lIns="0" tIns="0" rIns="0" bIns="0" rtlCol="0" anchor="ctr"/>
          <a:lstStyle/>
          <a:p>
            <a:pPr marL="0" indent="0" algn="ctr">
              <a:buNone/>
            </a:pPr>
            <a:r>
              <a:rPr lang="en-US" sz="800" i="1">
                <a:solidFill>
                  <a:srgbClr val="FFFFFF"/>
                </a:solidFill>
                <a:latin typeface="Calibri" pitchFamily="34" charset="0"/>
                <a:ea typeface="Calibri" pitchFamily="34" charset="-122"/>
                <a:cs typeface="Calibri" pitchFamily="34" charset="-120"/>
              </a:rPr>
              <a:t>src: instance_events</a:t>
            </a:r>
            <a:endParaRPr lang="en-US" sz="800"/>
          </a:p>
        </p:txBody>
      </p:sp>
      <p:sp>
        <p:nvSpPr>
          <p:cNvPr id="6" name="Shape 4"/>
          <p:cNvSpPr/>
          <p:nvPr/>
        </p:nvSpPr>
        <p:spPr>
          <a:xfrm>
            <a:off x="7315200" y="777240"/>
            <a:ext cx="1508760" cy="237744"/>
          </a:xfrm>
          <a:prstGeom prst="rect">
            <a:avLst/>
          </a:prstGeom>
          <a:solidFill>
            <a:srgbClr val="16A34A"/>
          </a:solidFill>
          <a:ln w="12700">
            <a:solidFill>
              <a:srgbClr val="16A34A"/>
            </a:solidFill>
            <a:prstDash val="solid"/>
          </a:ln>
        </p:spPr>
        <p:txBody>
          <a:bodyPr/>
          <a:lstStyle/>
          <a:p>
            <a:endParaRPr lang="en-CA"/>
          </a:p>
        </p:txBody>
      </p:sp>
      <p:sp>
        <p:nvSpPr>
          <p:cNvPr id="7" name="Text 5"/>
          <p:cNvSpPr/>
          <p:nvPr/>
        </p:nvSpPr>
        <p:spPr>
          <a:xfrm>
            <a:off x="7315200" y="777240"/>
            <a:ext cx="1508760" cy="237744"/>
          </a:xfrm>
          <a:prstGeom prst="rect">
            <a:avLst/>
          </a:prstGeom>
          <a:noFill/>
          <a:ln/>
        </p:spPr>
        <p:txBody>
          <a:bodyPr wrap="square" lIns="0" tIns="0" rIns="0" bIns="0" rtlCol="0" anchor="ctr"/>
          <a:lstStyle/>
          <a:p>
            <a:pPr marL="0" indent="0" algn="ctr">
              <a:buNone/>
            </a:pPr>
            <a:r>
              <a:rPr lang="en-US" sz="850" b="1" kern="0" spc="100">
                <a:solidFill>
                  <a:srgbClr val="FFFFFF"/>
                </a:solidFill>
                <a:latin typeface="Calibri" pitchFamily="34" charset="0"/>
                <a:ea typeface="Calibri" pitchFamily="34" charset="-122"/>
                <a:cs typeface="Calibri" pitchFamily="34" charset="-120"/>
              </a:rPr>
              <a:t>INNER JOIN</a:t>
            </a:r>
            <a:endParaRPr lang="en-US" sz="850"/>
          </a:p>
        </p:txBody>
      </p:sp>
      <p:sp>
        <p:nvSpPr>
          <p:cNvPr id="8" name="Text 6"/>
          <p:cNvSpPr/>
          <p:nvPr/>
        </p:nvSpPr>
        <p:spPr>
          <a:xfrm>
            <a:off x="365760" y="1806784"/>
            <a:ext cx="4114800" cy="256032"/>
          </a:xfrm>
          <a:prstGeom prst="rect">
            <a:avLst/>
          </a:prstGeom>
          <a:noFill/>
          <a:ln/>
        </p:spPr>
        <p:txBody>
          <a:bodyPr wrap="square" rtlCol="0" anchor="ctr"/>
          <a:lstStyle/>
          <a:p>
            <a:pPr marL="0" indent="0">
              <a:buNone/>
            </a:pPr>
            <a:r>
              <a:rPr lang="en-US" sz="1150" b="1">
                <a:solidFill>
                  <a:srgbClr val="1B2A4A"/>
                </a:solidFill>
                <a:latin typeface="Calibri" pitchFamily="34" charset="0"/>
                <a:ea typeface="Calibri" pitchFamily="34" charset="-122"/>
                <a:cs typeface="Calibri" pitchFamily="34" charset="-120"/>
              </a:rPr>
              <a:t>What this step does</a:t>
            </a:r>
            <a:endParaRPr lang="en-US" sz="1150"/>
          </a:p>
        </p:txBody>
      </p:sp>
      <p:sp>
        <p:nvSpPr>
          <p:cNvPr id="9" name="Text 7"/>
          <p:cNvSpPr/>
          <p:nvPr/>
        </p:nvSpPr>
        <p:spPr>
          <a:xfrm>
            <a:off x="365760" y="2108536"/>
            <a:ext cx="4968240" cy="1591056"/>
          </a:xfrm>
          <a:prstGeom prst="rect">
            <a:avLst/>
          </a:prstGeom>
          <a:noFill/>
          <a:ln/>
        </p:spPr>
        <p:txBody>
          <a:bodyPr wrap="square" rtlCol="0" anchor="ctr"/>
          <a:lstStyle/>
          <a:p>
            <a:pPr marL="342900" indent="-342900">
              <a:buSzPct val="100000"/>
              <a:buChar char="•"/>
            </a:pPr>
            <a:r>
              <a:rPr lang="en-US" sz="1100">
                <a:solidFill>
                  <a:srgbClr val="1E293B"/>
                </a:solidFill>
                <a:latin typeface="Calibri" pitchFamily="34" charset="0"/>
                <a:ea typeface="Calibri" pitchFamily="34" charset="-122"/>
                <a:cs typeface="Calibri" pitchFamily="34" charset="-120"/>
              </a:rPr>
              <a:t>Requires a </a:t>
            </a:r>
            <a:r>
              <a:rPr lang="en-US" sz="1100">
                <a:solidFill>
                  <a:srgbClr val="1E293B"/>
                </a:solidFill>
                <a:highlight>
                  <a:srgbClr val="FFFF00"/>
                </a:highlight>
                <a:latin typeface="Calibri" pitchFamily="34" charset="0"/>
                <a:ea typeface="Calibri" pitchFamily="34" charset="-122"/>
                <a:cs typeface="Calibri" pitchFamily="34" charset="-120"/>
              </a:rPr>
              <a:t>SCHEDULE</a:t>
            </a:r>
            <a:r>
              <a:rPr lang="en-US" sz="1100">
                <a:solidFill>
                  <a:srgbClr val="1E293B"/>
                </a:solidFill>
                <a:latin typeface="Calibri" pitchFamily="34" charset="0"/>
                <a:ea typeface="Calibri" pitchFamily="34" charset="-122"/>
                <a:cs typeface="Calibri" pitchFamily="34" charset="-120"/>
              </a:rPr>
              <a:t> event (type=3) — instance must have been assigned to a node and started running</a:t>
            </a:r>
          </a:p>
          <a:p>
            <a:pPr marL="342900" indent="-342900">
              <a:buSzPct val="100000"/>
              <a:buChar char="•"/>
            </a:pPr>
            <a:endParaRPr lang="en-US" sz="1100"/>
          </a:p>
          <a:p>
            <a:pPr marL="342900" indent="-342900">
              <a:buSzPct val="100000"/>
              <a:buChar char="•"/>
            </a:pPr>
            <a:r>
              <a:rPr lang="en-US" sz="1100">
                <a:solidFill>
                  <a:srgbClr val="1E293B"/>
                </a:solidFill>
                <a:latin typeface="Calibri" pitchFamily="34" charset="0"/>
                <a:ea typeface="Calibri" pitchFamily="34" charset="-122"/>
                <a:cs typeface="Calibri" pitchFamily="34" charset="-120"/>
              </a:rPr>
              <a:t>Zero termination events (types EVICT, FAIL, FINISH, KILL) within the full week window — any termination removes ALL usage rows for that instance; no partial sequences survive. Exclusion: “LOST” (unreliable telemetry)</a:t>
            </a:r>
          </a:p>
          <a:p>
            <a:pPr marL="342900" indent="-342900">
              <a:buSzPct val="100000"/>
              <a:buChar char="•"/>
            </a:pPr>
            <a:endParaRPr lang="en-US" sz="1100"/>
          </a:p>
          <a:p>
            <a:pPr marL="342900" indent="-342900">
              <a:buSzPct val="100000"/>
              <a:buChar char="•"/>
            </a:pPr>
            <a:r>
              <a:rPr lang="en-US" sz="1100">
                <a:solidFill>
                  <a:srgbClr val="1E293B"/>
                </a:solidFill>
                <a:latin typeface="Calibri" pitchFamily="34" charset="0"/>
                <a:ea typeface="Calibri" pitchFamily="34" charset="-122"/>
                <a:cs typeface="Calibri" pitchFamily="34" charset="-120"/>
              </a:rPr>
              <a:t>Instances that fail this check are excluded at the identifier level before usage rows are ever retrieved</a:t>
            </a:r>
            <a:endParaRPr lang="en-US" sz="1100"/>
          </a:p>
        </p:txBody>
      </p:sp>
      <p:sp>
        <p:nvSpPr>
          <p:cNvPr id="10" name="Shape 8"/>
          <p:cNvSpPr/>
          <p:nvPr/>
        </p:nvSpPr>
        <p:spPr>
          <a:xfrm>
            <a:off x="365760" y="3791032"/>
            <a:ext cx="4663440" cy="54864"/>
          </a:xfrm>
          <a:prstGeom prst="rect">
            <a:avLst/>
          </a:prstGeom>
          <a:solidFill>
            <a:srgbClr val="2563EB"/>
          </a:solidFill>
          <a:ln w="12700">
            <a:solidFill>
              <a:srgbClr val="2563EB"/>
            </a:solidFill>
            <a:prstDash val="solid"/>
          </a:ln>
        </p:spPr>
        <p:txBody>
          <a:bodyPr/>
          <a:lstStyle/>
          <a:p>
            <a:endParaRPr lang="en-CA"/>
          </a:p>
        </p:txBody>
      </p:sp>
      <p:sp>
        <p:nvSpPr>
          <p:cNvPr id="11" name="Text 9"/>
          <p:cNvSpPr/>
          <p:nvPr/>
        </p:nvSpPr>
        <p:spPr>
          <a:xfrm>
            <a:off x="365760" y="3983884"/>
            <a:ext cx="4663440" cy="594360"/>
          </a:xfrm>
          <a:prstGeom prst="rect">
            <a:avLst/>
          </a:prstGeom>
          <a:noFill/>
          <a:ln/>
        </p:spPr>
        <p:txBody>
          <a:bodyPr wrap="square" rtlCol="0" anchor="ctr"/>
          <a:lstStyle/>
          <a:p>
            <a:pPr marL="0" indent="0">
              <a:lnSpc>
                <a:spcPct val="130000"/>
              </a:lnSpc>
              <a:buNone/>
            </a:pPr>
            <a:r>
              <a:rPr lang="en-US" sz="1050" i="1">
                <a:solidFill>
                  <a:srgbClr val="64748B"/>
                </a:solidFill>
                <a:latin typeface="Calibri" pitchFamily="34" charset="0"/>
                <a:ea typeface="Calibri" pitchFamily="34" charset="-122"/>
                <a:cs typeface="Calibri" pitchFamily="34" charset="-120"/>
              </a:rPr>
              <a:t>Guarantees that every sequence in the master table is temporally continuous. The LSTM cannot learn from broken sequences — a container that was evicted mid-window produces an artificial drop that is a scheduling event, not a consumption pattern.</a:t>
            </a:r>
            <a:endParaRPr lang="en-US" sz="1050"/>
          </a:p>
        </p:txBody>
      </p:sp>
      <p:sp>
        <p:nvSpPr>
          <p:cNvPr id="12" name="Shape 10"/>
          <p:cNvSpPr/>
          <p:nvPr/>
        </p:nvSpPr>
        <p:spPr>
          <a:xfrm>
            <a:off x="5212080" y="777240"/>
            <a:ext cx="3657600" cy="274320"/>
          </a:xfrm>
          <a:prstGeom prst="rect">
            <a:avLst/>
          </a:prstGeom>
          <a:solidFill>
            <a:srgbClr val="1B2A4A"/>
          </a:solidFill>
          <a:ln w="12700">
            <a:solidFill>
              <a:srgbClr val="1B2A4A"/>
            </a:solidFill>
            <a:prstDash val="solid"/>
          </a:ln>
        </p:spPr>
        <p:txBody>
          <a:bodyPr/>
          <a:lstStyle/>
          <a:p>
            <a:endParaRPr lang="en-CA"/>
          </a:p>
        </p:txBody>
      </p:sp>
      <p:sp>
        <p:nvSpPr>
          <p:cNvPr id="13" name="Text 11"/>
          <p:cNvSpPr/>
          <p:nvPr/>
        </p:nvSpPr>
        <p:spPr>
          <a:xfrm>
            <a:off x="5212080" y="777240"/>
            <a:ext cx="3657600" cy="274320"/>
          </a:xfrm>
          <a:prstGeom prst="rect">
            <a:avLst/>
          </a:prstGeom>
          <a:noFill/>
          <a:ln/>
        </p:spPr>
        <p:txBody>
          <a:bodyPr wrap="square" lIns="0" tIns="0" rIns="0" bIns="0" rtlCol="0" anchor="ctr"/>
          <a:lstStyle/>
          <a:p>
            <a:pPr marL="0" indent="0" algn="ctr">
              <a:buNone/>
            </a:pPr>
            <a:r>
              <a:rPr lang="en-US" sz="950" b="1">
                <a:solidFill>
                  <a:srgbClr val="FFFFFF"/>
                </a:solidFill>
                <a:latin typeface="Calibri" pitchFamily="34" charset="0"/>
                <a:ea typeface="Calibri" pitchFamily="34" charset="-122"/>
                <a:cs typeface="Calibri" pitchFamily="34" charset="-120"/>
              </a:rPr>
              <a:t>Example output row</a:t>
            </a:r>
            <a:endParaRPr lang="en-US" sz="950"/>
          </a:p>
        </p:txBody>
      </p:sp>
      <p:sp>
        <p:nvSpPr>
          <p:cNvPr id="30" name="Text 28"/>
          <p:cNvSpPr/>
          <p:nvPr/>
        </p:nvSpPr>
        <p:spPr>
          <a:xfrm>
            <a:off x="8046720" y="4892040"/>
            <a:ext cx="914400" cy="182880"/>
          </a:xfrm>
          <a:prstGeom prst="rect">
            <a:avLst/>
          </a:prstGeom>
          <a:noFill/>
          <a:ln/>
        </p:spPr>
        <p:txBody>
          <a:bodyPr wrap="square" rtlCol="0" anchor="ctr"/>
          <a:lstStyle/>
          <a:p>
            <a:pPr marL="0" indent="0" algn="r">
              <a:buNone/>
            </a:pPr>
            <a:r>
              <a:rPr lang="en-US" sz="900">
                <a:solidFill>
                  <a:srgbClr val="64748B"/>
                </a:solidFill>
                <a:latin typeface="Calibri" pitchFamily="34" charset="0"/>
                <a:ea typeface="Calibri" pitchFamily="34" charset="-122"/>
                <a:cs typeface="Calibri" pitchFamily="34" charset="-120"/>
              </a:rPr>
              <a:t>3 / 12</a:t>
            </a:r>
            <a:endParaRPr lang="en-US" sz="900"/>
          </a:p>
        </p:txBody>
      </p:sp>
      <p:sp>
        <p:nvSpPr>
          <p:cNvPr id="31" name="Text 29"/>
          <p:cNvSpPr/>
          <p:nvPr/>
        </p:nvSpPr>
        <p:spPr>
          <a:xfrm>
            <a:off x="365760" y="4892040"/>
            <a:ext cx="5486400" cy="182880"/>
          </a:xfrm>
          <a:prstGeom prst="rect">
            <a:avLst/>
          </a:prstGeom>
          <a:noFill/>
          <a:ln/>
        </p:spPr>
        <p:txBody>
          <a:bodyPr wrap="square" rtlCol="0" anchor="ctr"/>
          <a:lstStyle/>
          <a:p>
            <a:pPr marL="0" indent="0" algn="l">
              <a:buNone/>
            </a:pPr>
            <a:r>
              <a:rPr lang="en-CA" sz="900">
                <a:solidFill>
                  <a:srgbClr val="64748B"/>
                </a:solidFill>
                <a:latin typeface="Calibri" pitchFamily="34" charset="0"/>
                <a:ea typeface="Calibri" pitchFamily="34" charset="-122"/>
                <a:cs typeface="Calibri" pitchFamily="34" charset="-120"/>
              </a:rPr>
              <a:t>Data Extraction — LSTM Master Table</a:t>
            </a:r>
            <a:endParaRPr lang="en-US" sz="900"/>
          </a:p>
        </p:txBody>
      </p:sp>
      <p:graphicFrame>
        <p:nvGraphicFramePr>
          <p:cNvPr id="35" name="Table 34">
            <a:extLst>
              <a:ext uri="{FF2B5EF4-FFF2-40B4-BE49-F238E27FC236}">
                <a16:creationId xmlns:a16="http://schemas.microsoft.com/office/drawing/2014/main" id="{21875F47-6291-4E39-95E1-7D9791818D67}"/>
              </a:ext>
            </a:extLst>
          </p:cNvPr>
          <p:cNvGraphicFramePr>
            <a:graphicFrameLocks noGrp="1"/>
          </p:cNvGraphicFramePr>
          <p:nvPr>
            <p:extLst>
              <p:ext uri="{D42A27DB-BD31-4B8C-83A1-F6EECF244321}">
                <p14:modId xmlns:p14="http://schemas.microsoft.com/office/powerpoint/2010/main" val="644534449"/>
              </p:ext>
            </p:extLst>
          </p:nvPr>
        </p:nvGraphicFramePr>
        <p:xfrm>
          <a:off x="5212080" y="1109475"/>
          <a:ext cx="3657600" cy="877697"/>
        </p:xfrm>
        <a:graphic>
          <a:graphicData uri="http://schemas.openxmlformats.org/drawingml/2006/table">
            <a:tbl>
              <a:tblPr firstRow="1" firstCol="1" bandRow="1">
                <a:tableStyleId>{5C22544A-7EE6-4342-B048-85BDC9FD1C3A}</a:tableStyleId>
              </a:tblPr>
              <a:tblGrid>
                <a:gridCol w="914400">
                  <a:extLst>
                    <a:ext uri="{9D8B030D-6E8A-4147-A177-3AD203B41FA5}">
                      <a16:colId xmlns:a16="http://schemas.microsoft.com/office/drawing/2014/main" val="307393992"/>
                    </a:ext>
                  </a:extLst>
                </a:gridCol>
                <a:gridCol w="914400">
                  <a:extLst>
                    <a:ext uri="{9D8B030D-6E8A-4147-A177-3AD203B41FA5}">
                      <a16:colId xmlns:a16="http://schemas.microsoft.com/office/drawing/2014/main" val="2811579739"/>
                    </a:ext>
                  </a:extLst>
                </a:gridCol>
                <a:gridCol w="914400">
                  <a:extLst>
                    <a:ext uri="{9D8B030D-6E8A-4147-A177-3AD203B41FA5}">
                      <a16:colId xmlns:a16="http://schemas.microsoft.com/office/drawing/2014/main" val="1837945919"/>
                    </a:ext>
                  </a:extLst>
                </a:gridCol>
                <a:gridCol w="914400">
                  <a:extLst>
                    <a:ext uri="{9D8B030D-6E8A-4147-A177-3AD203B41FA5}">
                      <a16:colId xmlns:a16="http://schemas.microsoft.com/office/drawing/2014/main" val="2000367177"/>
                    </a:ext>
                  </a:extLst>
                </a:gridCol>
              </a:tblGrid>
              <a:tr h="190500">
                <a:tc>
                  <a:txBody>
                    <a:bodyPr/>
                    <a:lstStyle/>
                    <a:p>
                      <a:pPr algn="ctr" fontAlgn="base">
                        <a:lnSpc>
                          <a:spcPct val="115000"/>
                        </a:lnSpc>
                        <a:spcAft>
                          <a:spcPts val="800"/>
                        </a:spcAft>
                      </a:pPr>
                      <a:r>
                        <a:rPr lang="en-US" sz="900">
                          <a:effectLst/>
                        </a:rPr>
                        <a:t>collection_id</a:t>
                      </a:r>
                      <a:r>
                        <a:rPr lang="en-CA" sz="900">
                          <a:effectLst/>
                        </a:rPr>
                        <a:t> </a:t>
                      </a:r>
                      <a:endParaRPr lang="en-CA" sz="105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algn="ctr" fontAlgn="base">
                        <a:lnSpc>
                          <a:spcPct val="115000"/>
                        </a:lnSpc>
                        <a:spcAft>
                          <a:spcPts val="800"/>
                        </a:spcAft>
                      </a:pPr>
                      <a:r>
                        <a:rPr lang="en-US" sz="900">
                          <a:effectLst/>
                        </a:rPr>
                        <a:t>instance_index</a:t>
                      </a:r>
                      <a:r>
                        <a:rPr lang="en-CA" sz="900">
                          <a:effectLst/>
                        </a:rPr>
                        <a:t> </a:t>
                      </a:r>
                      <a:endParaRPr lang="en-CA" sz="105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algn="ctr" fontAlgn="base">
                        <a:lnSpc>
                          <a:spcPct val="115000"/>
                        </a:lnSpc>
                        <a:spcAft>
                          <a:spcPts val="800"/>
                        </a:spcAft>
                      </a:pPr>
                      <a:r>
                        <a:rPr lang="en-US" sz="900">
                          <a:effectLst/>
                        </a:rPr>
                        <a:t>scheduled_time</a:t>
                      </a:r>
                      <a:r>
                        <a:rPr lang="en-CA" sz="900">
                          <a:effectLst/>
                        </a:rPr>
                        <a:t> </a:t>
                      </a:r>
                      <a:endParaRPr lang="en-CA" sz="105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algn="ctr" fontAlgn="base">
                        <a:lnSpc>
                          <a:spcPct val="115000"/>
                        </a:lnSpc>
                        <a:spcAft>
                          <a:spcPts val="800"/>
                        </a:spcAft>
                      </a:pPr>
                      <a:r>
                        <a:rPr lang="en-US" sz="900">
                          <a:effectLst/>
                        </a:rPr>
                        <a:t>termination_count</a:t>
                      </a:r>
                      <a:r>
                        <a:rPr lang="en-CA" sz="900">
                          <a:effectLst/>
                        </a:rPr>
                        <a:t> </a:t>
                      </a:r>
                      <a:endParaRPr lang="en-CA" sz="105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479223945"/>
                  </a:ext>
                </a:extLst>
              </a:tr>
              <a:tr h="190500">
                <a:tc>
                  <a:txBody>
                    <a:bodyPr/>
                    <a:lstStyle/>
                    <a:p>
                      <a:pPr algn="ctr" fontAlgn="base">
                        <a:lnSpc>
                          <a:spcPct val="115000"/>
                        </a:lnSpc>
                        <a:spcAft>
                          <a:spcPts val="800"/>
                        </a:spcAft>
                      </a:pPr>
                      <a:r>
                        <a:rPr lang="en-CA" sz="900">
                          <a:effectLst/>
                        </a:rPr>
                        <a:t>201428 </a:t>
                      </a:r>
                      <a:endParaRPr lang="en-CA" sz="105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algn="ctr" fontAlgn="base">
                        <a:lnSpc>
                          <a:spcPct val="115000"/>
                        </a:lnSpc>
                        <a:spcAft>
                          <a:spcPts val="800"/>
                        </a:spcAft>
                      </a:pPr>
                      <a:r>
                        <a:rPr lang="en-CA" sz="900">
                          <a:effectLst/>
                        </a:rPr>
                        <a:t>30 </a:t>
                      </a:r>
                      <a:endParaRPr lang="en-CA" sz="105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algn="ctr" fontAlgn="base">
                        <a:lnSpc>
                          <a:spcPct val="115000"/>
                        </a:lnSpc>
                        <a:spcAft>
                          <a:spcPts val="800"/>
                        </a:spcAft>
                      </a:pPr>
                      <a:r>
                        <a:rPr lang="en-CA" sz="900">
                          <a:effectLst/>
                        </a:rPr>
                        <a:t>0 </a:t>
                      </a:r>
                      <a:endParaRPr lang="en-CA" sz="105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algn="ctr" fontAlgn="base">
                        <a:lnSpc>
                          <a:spcPct val="115000"/>
                        </a:lnSpc>
                        <a:spcAft>
                          <a:spcPts val="800"/>
                        </a:spcAft>
                      </a:pPr>
                      <a:r>
                        <a:rPr lang="en-CA" sz="900">
                          <a:effectLst/>
                        </a:rPr>
                        <a:t>0 </a:t>
                      </a:r>
                      <a:endParaRPr lang="en-CA" sz="105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2821827474"/>
                  </a:ext>
                </a:extLst>
              </a:tr>
              <a:tr h="190500">
                <a:tc>
                  <a:txBody>
                    <a:bodyPr/>
                    <a:lstStyle/>
                    <a:p>
                      <a:pPr algn="ctr" fontAlgn="base">
                        <a:lnSpc>
                          <a:spcPct val="115000"/>
                        </a:lnSpc>
                        <a:spcAft>
                          <a:spcPts val="800"/>
                        </a:spcAft>
                      </a:pPr>
                      <a:r>
                        <a:rPr lang="en-CA" sz="900">
                          <a:effectLst/>
                        </a:rPr>
                        <a:t>160102691 </a:t>
                      </a:r>
                      <a:endParaRPr lang="en-CA" sz="105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algn="ctr" fontAlgn="base">
                        <a:lnSpc>
                          <a:spcPct val="115000"/>
                        </a:lnSpc>
                        <a:spcAft>
                          <a:spcPts val="800"/>
                        </a:spcAft>
                      </a:pPr>
                      <a:r>
                        <a:rPr lang="en-CA" sz="900">
                          <a:effectLst/>
                        </a:rPr>
                        <a:t>431 </a:t>
                      </a:r>
                      <a:endParaRPr lang="en-CA" sz="105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algn="ctr" fontAlgn="base">
                        <a:lnSpc>
                          <a:spcPct val="115000"/>
                        </a:lnSpc>
                        <a:spcAft>
                          <a:spcPts val="800"/>
                        </a:spcAft>
                      </a:pPr>
                      <a:r>
                        <a:rPr lang="en-CA" sz="900">
                          <a:effectLst/>
                        </a:rPr>
                        <a:t>12,450,000,000 </a:t>
                      </a:r>
                      <a:endParaRPr lang="en-CA" sz="105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algn="ctr" fontAlgn="base">
                        <a:lnSpc>
                          <a:spcPct val="115000"/>
                        </a:lnSpc>
                        <a:spcAft>
                          <a:spcPts val="800"/>
                        </a:spcAft>
                      </a:pPr>
                      <a:r>
                        <a:rPr lang="en-CA" sz="900">
                          <a:effectLst/>
                        </a:rPr>
                        <a:t>0 </a:t>
                      </a:r>
                      <a:endParaRPr lang="en-CA" sz="105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255419554"/>
                  </a:ext>
                </a:extLst>
              </a:tr>
              <a:tr h="190500">
                <a:tc>
                  <a:txBody>
                    <a:bodyPr/>
                    <a:lstStyle/>
                    <a:p>
                      <a:pPr algn="ctr" fontAlgn="base">
                        <a:lnSpc>
                          <a:spcPct val="115000"/>
                        </a:lnSpc>
                        <a:spcAft>
                          <a:spcPts val="800"/>
                        </a:spcAft>
                      </a:pPr>
                      <a:r>
                        <a:rPr lang="en-CA" sz="900">
                          <a:effectLst/>
                        </a:rPr>
                        <a:t>1495106086 </a:t>
                      </a:r>
                      <a:endParaRPr lang="en-CA" sz="105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algn="ctr" fontAlgn="base">
                        <a:lnSpc>
                          <a:spcPct val="115000"/>
                        </a:lnSpc>
                        <a:spcAft>
                          <a:spcPts val="800"/>
                        </a:spcAft>
                      </a:pPr>
                      <a:r>
                        <a:rPr lang="en-CA" sz="900">
                          <a:effectLst/>
                        </a:rPr>
                        <a:t>7 </a:t>
                      </a:r>
                      <a:endParaRPr lang="en-CA" sz="105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algn="ctr" fontAlgn="base">
                        <a:lnSpc>
                          <a:spcPct val="115000"/>
                        </a:lnSpc>
                        <a:spcAft>
                          <a:spcPts val="800"/>
                        </a:spcAft>
                      </a:pPr>
                      <a:r>
                        <a:rPr lang="en-CA" sz="900">
                          <a:effectLst/>
                        </a:rPr>
                        <a:t>5,400,000,000 </a:t>
                      </a:r>
                      <a:endParaRPr lang="en-CA" sz="105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algn="ctr" fontAlgn="base">
                        <a:lnSpc>
                          <a:spcPct val="115000"/>
                        </a:lnSpc>
                        <a:spcAft>
                          <a:spcPts val="800"/>
                        </a:spcAft>
                      </a:pPr>
                      <a:r>
                        <a:rPr lang="en-CA" sz="900">
                          <a:effectLst/>
                        </a:rPr>
                        <a:t>0 </a:t>
                      </a:r>
                      <a:endParaRPr lang="en-CA" sz="105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661172261"/>
                  </a:ext>
                </a:extLst>
              </a:tr>
            </a:tbl>
          </a:graphicData>
        </a:graphic>
      </p:graphicFrame>
      <p:sp>
        <p:nvSpPr>
          <p:cNvPr id="37" name="TextBox 36">
            <a:extLst>
              <a:ext uri="{FF2B5EF4-FFF2-40B4-BE49-F238E27FC236}">
                <a16:creationId xmlns:a16="http://schemas.microsoft.com/office/drawing/2014/main" id="{BEEEDC03-44D9-4F5F-A6DC-8A45A4FFD750}"/>
              </a:ext>
            </a:extLst>
          </p:cNvPr>
          <p:cNvSpPr txBox="1"/>
          <p:nvPr/>
        </p:nvSpPr>
        <p:spPr>
          <a:xfrm>
            <a:off x="133774" y="815098"/>
            <a:ext cx="4578772" cy="900246"/>
          </a:xfrm>
          <a:prstGeom prst="rect">
            <a:avLst/>
          </a:prstGeom>
          <a:noFill/>
        </p:spPr>
        <p:txBody>
          <a:bodyPr wrap="square">
            <a:spAutoFit/>
          </a:bodyPr>
          <a:lstStyle/>
          <a:p>
            <a:r>
              <a:rPr lang="en-US" sz="1050" i="1">
                <a:solidFill>
                  <a:srgbClr val="64748B"/>
                </a:solidFill>
                <a:latin typeface="Calibri" pitchFamily="34" charset="0"/>
                <a:cs typeface="Calibri" pitchFamily="34" charset="-120"/>
              </a:rPr>
              <a:t>The source table is </a:t>
            </a:r>
            <a:r>
              <a:rPr lang="en-US" sz="1050" i="1" err="1">
                <a:solidFill>
                  <a:srgbClr val="64748B"/>
                </a:solidFill>
                <a:latin typeface="Calibri" pitchFamily="34" charset="0"/>
                <a:cs typeface="Calibri" pitchFamily="34" charset="-120"/>
              </a:rPr>
              <a:t>instance_events</a:t>
            </a:r>
            <a:r>
              <a:rPr lang="en-US" sz="1050" i="1">
                <a:solidFill>
                  <a:srgbClr val="64748B"/>
                </a:solidFill>
                <a:latin typeface="Calibri" pitchFamily="34" charset="0"/>
                <a:cs typeface="Calibri" pitchFamily="34" charset="-120"/>
              </a:rPr>
              <a:t>, which records every lifecycle event for every container instance in the cluster. Its primary key is composed of (</a:t>
            </a:r>
            <a:r>
              <a:rPr lang="en-US" sz="1050" i="1" err="1">
                <a:solidFill>
                  <a:srgbClr val="64748B"/>
                </a:solidFill>
                <a:latin typeface="Calibri" pitchFamily="34" charset="0"/>
                <a:cs typeface="Calibri" pitchFamily="34" charset="-120"/>
              </a:rPr>
              <a:t>collection_id</a:t>
            </a:r>
            <a:r>
              <a:rPr lang="en-US" sz="1050" i="1">
                <a:solidFill>
                  <a:srgbClr val="64748B"/>
                </a:solidFill>
                <a:latin typeface="Calibri" pitchFamily="34" charset="0"/>
                <a:cs typeface="Calibri" pitchFamily="34" charset="-120"/>
              </a:rPr>
              <a:t>, </a:t>
            </a:r>
            <a:r>
              <a:rPr lang="en-US" sz="1050" i="1" err="1">
                <a:solidFill>
                  <a:srgbClr val="64748B"/>
                </a:solidFill>
                <a:latin typeface="Calibri" pitchFamily="34" charset="0"/>
                <a:cs typeface="Calibri" pitchFamily="34" charset="-120"/>
              </a:rPr>
              <a:t>instance_index</a:t>
            </a:r>
            <a:r>
              <a:rPr lang="en-US" sz="1050" i="1">
                <a:solidFill>
                  <a:srgbClr val="64748B"/>
                </a:solidFill>
                <a:latin typeface="Calibri" pitchFamily="34" charset="0"/>
                <a:cs typeface="Calibri" pitchFamily="34" charset="-120"/>
              </a:rPr>
              <a:t>, time, type). One row of this table means: at timestamp time, instance </a:t>
            </a:r>
            <a:r>
              <a:rPr lang="en-US" sz="1050" i="1" err="1">
                <a:solidFill>
                  <a:srgbClr val="64748B"/>
                </a:solidFill>
                <a:latin typeface="Calibri" pitchFamily="34" charset="0"/>
                <a:cs typeface="Calibri" pitchFamily="34" charset="-120"/>
              </a:rPr>
              <a:t>instance_index</a:t>
            </a:r>
            <a:r>
              <a:rPr lang="en-US" sz="1050" i="1">
                <a:solidFill>
                  <a:srgbClr val="64748B"/>
                </a:solidFill>
                <a:latin typeface="Calibri" pitchFamily="34" charset="0"/>
                <a:cs typeface="Calibri" pitchFamily="34" charset="-120"/>
              </a:rPr>
              <a:t> of job </a:t>
            </a:r>
            <a:r>
              <a:rPr lang="en-US" sz="1050" i="1" err="1">
                <a:solidFill>
                  <a:srgbClr val="64748B"/>
                </a:solidFill>
                <a:latin typeface="Calibri" pitchFamily="34" charset="0"/>
                <a:cs typeface="Calibri" pitchFamily="34" charset="-120"/>
              </a:rPr>
              <a:t>collection_id</a:t>
            </a:r>
            <a:r>
              <a:rPr lang="en-US" sz="1050" i="1">
                <a:solidFill>
                  <a:srgbClr val="64748B"/>
                </a:solidFill>
                <a:latin typeface="Calibri" pitchFamily="34" charset="0"/>
                <a:cs typeface="Calibri" pitchFamily="34" charset="-120"/>
              </a:rPr>
              <a:t> experienced a lifecycle transition of type to type.</a:t>
            </a:r>
            <a:endParaRPr lang="en-CA" sz="1050" i="1">
              <a:solidFill>
                <a:srgbClr val="64748B"/>
              </a:solidFill>
              <a:latin typeface="Calibri" pitchFamily="34" charset="0"/>
              <a:cs typeface="Calibri" pitchFamily="34" charset="-12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w="12700">
            <a:solidFill>
              <a:srgbClr val="1B2A4A"/>
            </a:solidFill>
            <a:prstDash val="solid"/>
          </a:ln>
        </p:spPr>
        <p:txBody>
          <a:bodyPr/>
          <a:lstStyle/>
          <a:p>
            <a:endParaRPr lang="en-CA"/>
          </a:p>
        </p:txBody>
      </p:sp>
      <p:sp>
        <p:nvSpPr>
          <p:cNvPr id="3" name="Text 1"/>
          <p:cNvSpPr/>
          <p:nvPr/>
        </p:nvSpPr>
        <p:spPr>
          <a:xfrm>
            <a:off x="365760" y="0"/>
            <a:ext cx="7498080" cy="658368"/>
          </a:xfrm>
          <a:prstGeom prst="rect">
            <a:avLst/>
          </a:prstGeom>
          <a:noFill/>
          <a:ln/>
        </p:spPr>
        <p:txBody>
          <a:bodyPr wrap="square" lIns="0" tIns="0" rIns="0" bIns="0" rtlCol="0" anchor="ctr"/>
          <a:lstStyle/>
          <a:p>
            <a:pPr marL="0" indent="0">
              <a:buNone/>
            </a:pPr>
            <a:r>
              <a:rPr lang="en-US" sz="2000" b="1">
                <a:solidFill>
                  <a:srgbClr val="FFFFFF"/>
                </a:solidFill>
                <a:latin typeface="Calibri" pitchFamily="34" charset="0"/>
                <a:ea typeface="Calibri" pitchFamily="34" charset="-122"/>
                <a:cs typeface="Calibri" pitchFamily="34" charset="-120"/>
              </a:rPr>
              <a:t>CTE 1 — </a:t>
            </a:r>
            <a:r>
              <a:rPr lang="en-US" sz="2000" b="1" err="1">
                <a:solidFill>
                  <a:srgbClr val="FFFFFF"/>
                </a:solidFill>
                <a:latin typeface="Calibri" pitchFamily="34" charset="0"/>
                <a:ea typeface="Calibri" pitchFamily="34" charset="-122"/>
                <a:cs typeface="Calibri" pitchFamily="34" charset="-120"/>
              </a:rPr>
              <a:t>stable_instances</a:t>
            </a:r>
            <a:r>
              <a:rPr lang="en-US" sz="2000" b="1">
                <a:solidFill>
                  <a:srgbClr val="FFFFFF"/>
                </a:solidFill>
                <a:latin typeface="Calibri" pitchFamily="34" charset="0"/>
                <a:ea typeface="Calibri" pitchFamily="34" charset="-122"/>
                <a:cs typeface="Calibri" pitchFamily="34" charset="-120"/>
              </a:rPr>
              <a:t>  ·  </a:t>
            </a:r>
            <a:r>
              <a:rPr lang="en-US" sz="2000" b="1" err="1">
                <a:solidFill>
                  <a:srgbClr val="FFFFFF"/>
                </a:solidFill>
                <a:latin typeface="Calibri" pitchFamily="34" charset="0"/>
                <a:ea typeface="Calibri" pitchFamily="34" charset="-122"/>
                <a:cs typeface="Calibri" pitchFamily="34" charset="-120"/>
              </a:rPr>
              <a:t>instance_events</a:t>
            </a:r>
            <a:endParaRPr lang="en-US" sz="2000"/>
          </a:p>
        </p:txBody>
      </p:sp>
      <p:sp>
        <p:nvSpPr>
          <p:cNvPr id="4" name="Shape 2"/>
          <p:cNvSpPr/>
          <p:nvPr/>
        </p:nvSpPr>
        <p:spPr>
          <a:xfrm>
            <a:off x="6858000" y="109728"/>
            <a:ext cx="1920240" cy="237744"/>
          </a:xfrm>
          <a:prstGeom prst="rect">
            <a:avLst/>
          </a:prstGeom>
          <a:solidFill>
            <a:srgbClr val="2563EB">
              <a:alpha val="70000"/>
            </a:srgbClr>
          </a:solidFill>
          <a:ln w="12700">
            <a:solidFill>
              <a:srgbClr val="DBEAFE"/>
            </a:solidFill>
            <a:prstDash val="solid"/>
          </a:ln>
        </p:spPr>
        <p:txBody>
          <a:bodyPr/>
          <a:lstStyle/>
          <a:p>
            <a:endParaRPr lang="en-CA"/>
          </a:p>
        </p:txBody>
      </p:sp>
      <p:sp>
        <p:nvSpPr>
          <p:cNvPr id="5" name="Text 3"/>
          <p:cNvSpPr/>
          <p:nvPr/>
        </p:nvSpPr>
        <p:spPr>
          <a:xfrm>
            <a:off x="6858000" y="109728"/>
            <a:ext cx="1920240" cy="237744"/>
          </a:xfrm>
          <a:prstGeom prst="rect">
            <a:avLst/>
          </a:prstGeom>
          <a:noFill/>
          <a:ln/>
        </p:spPr>
        <p:txBody>
          <a:bodyPr wrap="square" lIns="0" tIns="0" rIns="0" bIns="0" rtlCol="0" anchor="ctr"/>
          <a:lstStyle/>
          <a:p>
            <a:pPr marL="0" indent="0" algn="ctr">
              <a:buNone/>
            </a:pPr>
            <a:r>
              <a:rPr lang="en-US" sz="800" i="1">
                <a:solidFill>
                  <a:srgbClr val="FFFFFF"/>
                </a:solidFill>
                <a:latin typeface="Calibri" pitchFamily="34" charset="0"/>
                <a:ea typeface="Calibri" pitchFamily="34" charset="-122"/>
                <a:cs typeface="Calibri" pitchFamily="34" charset="-120"/>
              </a:rPr>
              <a:t>src: instance_events</a:t>
            </a:r>
            <a:endParaRPr lang="en-US" sz="800"/>
          </a:p>
        </p:txBody>
      </p:sp>
      <p:sp>
        <p:nvSpPr>
          <p:cNvPr id="30" name="Text 28"/>
          <p:cNvSpPr/>
          <p:nvPr/>
        </p:nvSpPr>
        <p:spPr>
          <a:xfrm>
            <a:off x="8046720" y="4892040"/>
            <a:ext cx="914400" cy="182880"/>
          </a:xfrm>
          <a:prstGeom prst="rect">
            <a:avLst/>
          </a:prstGeom>
          <a:noFill/>
          <a:ln/>
        </p:spPr>
        <p:txBody>
          <a:bodyPr wrap="square" rtlCol="0" anchor="ctr"/>
          <a:lstStyle/>
          <a:p>
            <a:pPr marL="0" indent="0" algn="r">
              <a:buNone/>
            </a:pPr>
            <a:r>
              <a:rPr lang="en-US" sz="900">
                <a:solidFill>
                  <a:srgbClr val="64748B"/>
                </a:solidFill>
                <a:latin typeface="Calibri" pitchFamily="34" charset="0"/>
                <a:ea typeface="Calibri" pitchFamily="34" charset="-122"/>
                <a:cs typeface="Calibri" pitchFamily="34" charset="-120"/>
              </a:rPr>
              <a:t>3 / 12</a:t>
            </a:r>
            <a:endParaRPr lang="en-US" sz="900"/>
          </a:p>
        </p:txBody>
      </p:sp>
      <p:sp>
        <p:nvSpPr>
          <p:cNvPr id="31" name="Text 29"/>
          <p:cNvSpPr/>
          <p:nvPr/>
        </p:nvSpPr>
        <p:spPr>
          <a:xfrm>
            <a:off x="365760" y="4892040"/>
            <a:ext cx="5486400" cy="182880"/>
          </a:xfrm>
          <a:prstGeom prst="rect">
            <a:avLst/>
          </a:prstGeom>
          <a:noFill/>
          <a:ln/>
        </p:spPr>
        <p:txBody>
          <a:bodyPr wrap="square" rtlCol="0" anchor="ctr"/>
          <a:lstStyle/>
          <a:p>
            <a:pPr marL="0" indent="0" algn="l">
              <a:buNone/>
            </a:pPr>
            <a:r>
              <a:rPr lang="en-CA" sz="900">
                <a:solidFill>
                  <a:srgbClr val="64748B"/>
                </a:solidFill>
                <a:latin typeface="Calibri" pitchFamily="34" charset="0"/>
                <a:ea typeface="Calibri" pitchFamily="34" charset="-122"/>
                <a:cs typeface="Calibri" pitchFamily="34" charset="-120"/>
              </a:rPr>
              <a:t>Data Extraction — LSTM Master Table</a:t>
            </a:r>
            <a:endParaRPr lang="en-US" sz="900"/>
          </a:p>
        </p:txBody>
      </p:sp>
      <p:pic>
        <p:nvPicPr>
          <p:cNvPr id="15" name="Picture 14">
            <a:extLst>
              <a:ext uri="{FF2B5EF4-FFF2-40B4-BE49-F238E27FC236}">
                <a16:creationId xmlns:a16="http://schemas.microsoft.com/office/drawing/2014/main" id="{05291CB2-A862-4CF5-B65F-588B5283F2DE}"/>
              </a:ext>
            </a:extLst>
          </p:cNvPr>
          <p:cNvPicPr>
            <a:picLocks noChangeAspect="1"/>
          </p:cNvPicPr>
          <p:nvPr/>
        </p:nvPicPr>
        <p:blipFill rotWithShape="1">
          <a:blip r:embed="rId3">
            <a:extLst>
              <a:ext uri="{BEBA8EAE-BF5A-486C-A8C5-ECC9F3942E4B}">
                <a14:imgProps xmlns:a14="http://schemas.microsoft.com/office/drawing/2010/main">
                  <a14:imgLayer r:embed="rId4">
                    <a14:imgEffect>
                      <a14:brightnessContrast bright="40000" contrast="-40000"/>
                    </a14:imgEffect>
                  </a14:imgLayer>
                </a14:imgProps>
              </a:ext>
            </a:extLst>
          </a:blip>
          <a:srcRect l="520" r="1999" b="55256"/>
          <a:stretch/>
        </p:blipFill>
        <p:spPr>
          <a:xfrm>
            <a:off x="0" y="743766"/>
            <a:ext cx="9147432" cy="1118900"/>
          </a:xfrm>
          <a:prstGeom prst="rect">
            <a:avLst/>
          </a:prstGeom>
        </p:spPr>
      </p:pic>
      <p:pic>
        <p:nvPicPr>
          <p:cNvPr id="20" name="Picture 19">
            <a:extLst>
              <a:ext uri="{FF2B5EF4-FFF2-40B4-BE49-F238E27FC236}">
                <a16:creationId xmlns:a16="http://schemas.microsoft.com/office/drawing/2014/main" id="{928497A0-CF8B-4552-AFD4-2BCAE244CFD5}"/>
              </a:ext>
            </a:extLst>
          </p:cNvPr>
          <p:cNvPicPr>
            <a:picLocks noChangeAspect="1"/>
          </p:cNvPicPr>
          <p:nvPr/>
        </p:nvPicPr>
        <p:blipFill rotWithShape="1">
          <a:blip r:embed="rId3">
            <a:extLst>
              <a:ext uri="{BEBA8EAE-BF5A-486C-A8C5-ECC9F3942E4B}">
                <a14:imgProps xmlns:a14="http://schemas.microsoft.com/office/drawing/2010/main">
                  <a14:imgLayer r:embed="rId4">
                    <a14:imgEffect>
                      <a14:brightnessContrast bright="40000" contrast="-40000"/>
                    </a14:imgEffect>
                  </a14:imgLayer>
                </a14:imgProps>
              </a:ext>
            </a:extLst>
          </a:blip>
          <a:srcRect l="520" t="71424" r="1999"/>
          <a:stretch/>
        </p:blipFill>
        <p:spPr>
          <a:xfrm>
            <a:off x="0" y="1862666"/>
            <a:ext cx="9147432" cy="714587"/>
          </a:xfrm>
          <a:prstGeom prst="rect">
            <a:avLst/>
          </a:prstGeom>
        </p:spPr>
      </p:pic>
      <p:sp>
        <p:nvSpPr>
          <p:cNvPr id="22" name="TextBox 21">
            <a:extLst>
              <a:ext uri="{FF2B5EF4-FFF2-40B4-BE49-F238E27FC236}">
                <a16:creationId xmlns:a16="http://schemas.microsoft.com/office/drawing/2014/main" id="{970DF977-236B-41F3-8A0A-4FC9D7EBE4D9}"/>
              </a:ext>
            </a:extLst>
          </p:cNvPr>
          <p:cNvSpPr txBox="1"/>
          <p:nvPr/>
        </p:nvSpPr>
        <p:spPr>
          <a:xfrm>
            <a:off x="121921" y="2662259"/>
            <a:ext cx="8839199" cy="2192908"/>
          </a:xfrm>
          <a:prstGeom prst="rect">
            <a:avLst/>
          </a:prstGeom>
          <a:noFill/>
        </p:spPr>
        <p:txBody>
          <a:bodyPr wrap="square">
            <a:spAutoFit/>
          </a:bodyPr>
          <a:lstStyle/>
          <a:p>
            <a:r>
              <a:rPr lang="en-CA" sz="1050"/>
              <a:t>Approach 2's rule requires that an </a:t>
            </a:r>
            <a:r>
              <a:rPr lang="en-CA" sz="1050">
                <a:highlight>
                  <a:srgbClr val="FFFF00"/>
                </a:highlight>
              </a:rPr>
              <a:t>instance both starts and terminates within the observation window </a:t>
            </a:r>
            <a:r>
              <a:rPr lang="en-CA" sz="1050"/>
              <a:t>— which sounds methodologically clean, but it has a structural consequence</a:t>
            </a:r>
            <a:r>
              <a:rPr lang="en-CA" sz="1050">
                <a:highlight>
                  <a:srgbClr val="FFFF00"/>
                </a:highlight>
              </a:rPr>
              <a:t>: any container that is still running at the end of the week is automatically excluded</a:t>
            </a:r>
            <a:r>
              <a:rPr lang="en-CA" sz="1050"/>
              <a:t>. Long-running production services, which are persistent by design and never terminate within a fixed time window, are therefore completely absent from Approach 2's training data. </a:t>
            </a:r>
          </a:p>
          <a:p>
            <a:endParaRPr lang="en-CA" sz="1050"/>
          </a:p>
          <a:p>
            <a:r>
              <a:rPr lang="en-CA" sz="1050"/>
              <a:t>These are precisely the workloads the </a:t>
            </a:r>
            <a:r>
              <a:rPr lang="en-CA" sz="1050">
                <a:highlight>
                  <a:srgbClr val="00FF00"/>
                </a:highlight>
              </a:rPr>
              <a:t>scheduler most needs to manage — they hold memory for extended periods, they have strict SLA requirements</a:t>
            </a:r>
            <a:r>
              <a:rPr lang="en-CA" sz="1050"/>
              <a:t>, and they represent the instances where an OOM prediction error has the highest operational cost. </a:t>
            </a:r>
            <a:r>
              <a:rPr lang="en-CA" sz="1050">
                <a:highlight>
                  <a:srgbClr val="FFFF00"/>
                </a:highlight>
              </a:rPr>
              <a:t>The EDA shows: 58.7% of Approach 2's instances are unusable with a 12-step lookback</a:t>
            </a:r>
            <a:r>
              <a:rPr lang="en-CA" sz="1050"/>
              <a:t>, meaning the lifecycle completeness requirement discards more than half the population before training even begins. </a:t>
            </a:r>
          </a:p>
          <a:p>
            <a:endParaRPr lang="en-CA" sz="1050"/>
          </a:p>
          <a:p>
            <a:r>
              <a:rPr lang="en-CA" sz="1050"/>
              <a:t>Approach 1's rule — require a SCHEDULE event but zero termination events during the window — </a:t>
            </a:r>
            <a:r>
              <a:rPr lang="en-CA" sz="1050">
                <a:highlight>
                  <a:srgbClr val="00FFFF"/>
                </a:highlight>
              </a:rPr>
              <a:t>keeps these long-running services in the dataset precisely because it does not require them to end. </a:t>
            </a:r>
            <a:r>
              <a:rPr lang="en-CA" sz="1050"/>
              <a:t>The trade-off is explicit: we lose the ability to observe how each instance's lifecycle concludes within the training window, but we gain a training population that actually represents the kinds of workloads the scheduler will encounter in production. The terminal event type column partially compensates for this loss — it records how each instance eventually ended so the Random Forest classifier can distinguish stable from at-risk profiles without the LSTM needing to have seen the termination itself.</a:t>
            </a:r>
          </a:p>
        </p:txBody>
      </p:sp>
    </p:spTree>
    <p:extLst>
      <p:ext uri="{BB962C8B-B14F-4D97-AF65-F5344CB8AC3E}">
        <p14:creationId xmlns:p14="http://schemas.microsoft.com/office/powerpoint/2010/main" val="10829840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w="12700">
            <a:solidFill>
              <a:srgbClr val="1B2A4A"/>
            </a:solidFill>
            <a:prstDash val="solid"/>
          </a:ln>
        </p:spPr>
        <p:txBody>
          <a:bodyPr/>
          <a:lstStyle/>
          <a:p>
            <a:endParaRPr lang="en-CA"/>
          </a:p>
        </p:txBody>
      </p:sp>
      <p:sp>
        <p:nvSpPr>
          <p:cNvPr id="3" name="Text 1"/>
          <p:cNvSpPr/>
          <p:nvPr/>
        </p:nvSpPr>
        <p:spPr>
          <a:xfrm>
            <a:off x="365760" y="0"/>
            <a:ext cx="7498080" cy="658368"/>
          </a:xfrm>
          <a:prstGeom prst="rect">
            <a:avLst/>
          </a:prstGeom>
          <a:noFill/>
          <a:ln/>
        </p:spPr>
        <p:txBody>
          <a:bodyPr wrap="square" lIns="0" tIns="0" rIns="0" bIns="0" rtlCol="0" anchor="ctr"/>
          <a:lstStyle/>
          <a:p>
            <a:pPr marL="0" indent="0">
              <a:buNone/>
            </a:pPr>
            <a:r>
              <a:rPr lang="en-US" sz="2000" b="1">
                <a:solidFill>
                  <a:srgbClr val="FFFFFF"/>
                </a:solidFill>
                <a:latin typeface="Calibri" pitchFamily="34" charset="0"/>
                <a:ea typeface="Calibri" pitchFamily="34" charset="-122"/>
                <a:cs typeface="Calibri" pitchFamily="34" charset="-120"/>
              </a:rPr>
              <a:t>CTE 2 — lost_instances  ·  instance_events</a:t>
            </a:r>
            <a:endParaRPr lang="en-US" sz="2000"/>
          </a:p>
        </p:txBody>
      </p:sp>
      <p:sp>
        <p:nvSpPr>
          <p:cNvPr id="4" name="Shape 2"/>
          <p:cNvSpPr/>
          <p:nvPr/>
        </p:nvSpPr>
        <p:spPr>
          <a:xfrm>
            <a:off x="6858000" y="109728"/>
            <a:ext cx="1920240" cy="237744"/>
          </a:xfrm>
          <a:prstGeom prst="rect">
            <a:avLst/>
          </a:prstGeom>
          <a:solidFill>
            <a:srgbClr val="2563EB">
              <a:alpha val="70000"/>
            </a:srgbClr>
          </a:solidFill>
          <a:ln w="12700">
            <a:solidFill>
              <a:srgbClr val="DBEAFE"/>
            </a:solidFill>
            <a:prstDash val="solid"/>
          </a:ln>
        </p:spPr>
        <p:txBody>
          <a:bodyPr/>
          <a:lstStyle/>
          <a:p>
            <a:endParaRPr lang="en-CA"/>
          </a:p>
        </p:txBody>
      </p:sp>
      <p:sp>
        <p:nvSpPr>
          <p:cNvPr id="5" name="Text 3"/>
          <p:cNvSpPr/>
          <p:nvPr/>
        </p:nvSpPr>
        <p:spPr>
          <a:xfrm>
            <a:off x="6858000" y="109728"/>
            <a:ext cx="1920240" cy="237744"/>
          </a:xfrm>
          <a:prstGeom prst="rect">
            <a:avLst/>
          </a:prstGeom>
          <a:noFill/>
          <a:ln/>
        </p:spPr>
        <p:txBody>
          <a:bodyPr wrap="square" lIns="0" tIns="0" rIns="0" bIns="0" rtlCol="0" anchor="ctr"/>
          <a:lstStyle/>
          <a:p>
            <a:pPr marL="0" indent="0" algn="ctr">
              <a:buNone/>
            </a:pPr>
            <a:r>
              <a:rPr lang="en-US" sz="800" i="1">
                <a:solidFill>
                  <a:srgbClr val="FFFFFF"/>
                </a:solidFill>
                <a:latin typeface="Calibri" pitchFamily="34" charset="0"/>
                <a:ea typeface="Calibri" pitchFamily="34" charset="-122"/>
                <a:cs typeface="Calibri" pitchFamily="34" charset="-120"/>
              </a:rPr>
              <a:t>src: instance_events</a:t>
            </a:r>
            <a:endParaRPr lang="en-US" sz="800"/>
          </a:p>
        </p:txBody>
      </p:sp>
      <p:sp>
        <p:nvSpPr>
          <p:cNvPr id="6" name="Shape 4"/>
          <p:cNvSpPr/>
          <p:nvPr/>
        </p:nvSpPr>
        <p:spPr>
          <a:xfrm>
            <a:off x="7315200" y="777240"/>
            <a:ext cx="1508760" cy="237744"/>
          </a:xfrm>
          <a:prstGeom prst="rect">
            <a:avLst/>
          </a:prstGeom>
          <a:solidFill>
            <a:srgbClr val="E11D48"/>
          </a:solidFill>
          <a:ln w="12700">
            <a:solidFill>
              <a:srgbClr val="E11D48"/>
            </a:solidFill>
            <a:prstDash val="solid"/>
          </a:ln>
        </p:spPr>
        <p:txBody>
          <a:bodyPr/>
          <a:lstStyle/>
          <a:p>
            <a:endParaRPr lang="en-CA"/>
          </a:p>
        </p:txBody>
      </p:sp>
      <p:sp>
        <p:nvSpPr>
          <p:cNvPr id="7" name="Text 5"/>
          <p:cNvSpPr/>
          <p:nvPr/>
        </p:nvSpPr>
        <p:spPr>
          <a:xfrm>
            <a:off x="7315200" y="777240"/>
            <a:ext cx="1508760" cy="237744"/>
          </a:xfrm>
          <a:prstGeom prst="rect">
            <a:avLst/>
          </a:prstGeom>
          <a:noFill/>
          <a:ln/>
        </p:spPr>
        <p:txBody>
          <a:bodyPr wrap="square" lIns="0" tIns="0" rIns="0" bIns="0" rtlCol="0" anchor="ctr"/>
          <a:lstStyle/>
          <a:p>
            <a:pPr marL="0" indent="0" algn="ctr">
              <a:buNone/>
            </a:pPr>
            <a:r>
              <a:rPr lang="en-US" sz="850" b="1" kern="0" spc="100">
                <a:solidFill>
                  <a:srgbClr val="FFFFFF"/>
                </a:solidFill>
                <a:latin typeface="Calibri" pitchFamily="34" charset="0"/>
                <a:ea typeface="Calibri" pitchFamily="34" charset="-122"/>
                <a:cs typeface="Calibri" pitchFamily="34" charset="-120"/>
              </a:rPr>
              <a:t>ANTI-JOIN</a:t>
            </a:r>
            <a:endParaRPr lang="en-US" sz="850"/>
          </a:p>
        </p:txBody>
      </p:sp>
      <p:sp>
        <p:nvSpPr>
          <p:cNvPr id="8" name="Text 6"/>
          <p:cNvSpPr/>
          <p:nvPr/>
        </p:nvSpPr>
        <p:spPr>
          <a:xfrm>
            <a:off x="365760" y="777240"/>
            <a:ext cx="4114800" cy="256032"/>
          </a:xfrm>
          <a:prstGeom prst="rect">
            <a:avLst/>
          </a:prstGeom>
          <a:noFill/>
          <a:ln/>
        </p:spPr>
        <p:txBody>
          <a:bodyPr wrap="square" rtlCol="0" anchor="ctr"/>
          <a:lstStyle/>
          <a:p>
            <a:pPr marL="0" indent="0">
              <a:buNone/>
            </a:pPr>
            <a:r>
              <a:rPr lang="en-US" sz="1150" b="1">
                <a:solidFill>
                  <a:srgbClr val="1B2A4A"/>
                </a:solidFill>
                <a:latin typeface="Calibri" pitchFamily="34" charset="0"/>
                <a:ea typeface="Calibri" pitchFamily="34" charset="-122"/>
                <a:cs typeface="Calibri" pitchFamily="34" charset="-120"/>
              </a:rPr>
              <a:t>What this step does</a:t>
            </a:r>
            <a:endParaRPr lang="en-US" sz="1150"/>
          </a:p>
        </p:txBody>
      </p:sp>
      <p:sp>
        <p:nvSpPr>
          <p:cNvPr id="9" name="Text 7"/>
          <p:cNvSpPr/>
          <p:nvPr/>
        </p:nvSpPr>
        <p:spPr>
          <a:xfrm>
            <a:off x="365760" y="1078992"/>
            <a:ext cx="4663440" cy="1591056"/>
          </a:xfrm>
          <a:prstGeom prst="rect">
            <a:avLst/>
          </a:prstGeom>
          <a:noFill/>
          <a:ln/>
        </p:spPr>
        <p:txBody>
          <a:bodyPr wrap="square" rtlCol="0" anchor="ctr"/>
          <a:lstStyle/>
          <a:p>
            <a:pPr marL="342900" indent="-342900">
              <a:buSzPct val="100000"/>
              <a:buChar char="•"/>
            </a:pPr>
            <a:r>
              <a:rPr lang="en-US" sz="1100">
                <a:solidFill>
                  <a:srgbClr val="1E293B"/>
                </a:solidFill>
                <a:latin typeface="Calibri" pitchFamily="34" charset="0"/>
                <a:ea typeface="Calibri" pitchFamily="34" charset="-122"/>
                <a:cs typeface="Calibri" pitchFamily="34" charset="-120"/>
              </a:rPr>
              <a:t>Targets only LOST events (type=8) — instances whose termination record is missing from the source data</a:t>
            </a:r>
          </a:p>
          <a:p>
            <a:pPr marL="342900" indent="-342900">
              <a:buSzPct val="100000"/>
              <a:buChar char="•"/>
            </a:pPr>
            <a:endParaRPr lang="en-US" sz="1100"/>
          </a:p>
          <a:p>
            <a:pPr marL="342900" indent="-342900">
              <a:buSzPct val="100000"/>
              <a:buChar char="•"/>
            </a:pPr>
            <a:r>
              <a:rPr lang="en-US" sz="1100">
                <a:solidFill>
                  <a:srgbClr val="1E293B"/>
                </a:solidFill>
                <a:latin typeface="Calibri" pitchFamily="34" charset="0"/>
                <a:ea typeface="Calibri" pitchFamily="34" charset="-122"/>
                <a:cs typeface="Calibri" pitchFamily="34" charset="-120"/>
              </a:rPr>
              <a:t>Applied as an explicit anti-join: any instance appearing in this list is excluded from the final output, even if it somehow passed CTE 1</a:t>
            </a:r>
          </a:p>
          <a:p>
            <a:pPr marL="342900" indent="-342900">
              <a:buSzPct val="100000"/>
              <a:buChar char="•"/>
            </a:pPr>
            <a:endParaRPr lang="en-US" sz="1100"/>
          </a:p>
          <a:p>
            <a:pPr marL="342900" indent="-342900">
              <a:buSzPct val="100000"/>
              <a:buChar char="•"/>
            </a:pPr>
            <a:r>
              <a:rPr lang="en-US" sz="1100">
                <a:solidFill>
                  <a:srgbClr val="1E293B"/>
                </a:solidFill>
                <a:latin typeface="Calibri" pitchFamily="34" charset="0"/>
                <a:ea typeface="Calibri" pitchFamily="34" charset="-122"/>
                <a:cs typeface="Calibri" pitchFamily="34" charset="-120"/>
              </a:rPr>
              <a:t>Makes the exclusion auditable — the reason for removal is visible in the query logic, not hidden inside a count filter</a:t>
            </a:r>
            <a:endParaRPr lang="en-US" sz="1100"/>
          </a:p>
        </p:txBody>
      </p:sp>
      <p:sp>
        <p:nvSpPr>
          <p:cNvPr id="10" name="Shape 8"/>
          <p:cNvSpPr/>
          <p:nvPr/>
        </p:nvSpPr>
        <p:spPr>
          <a:xfrm>
            <a:off x="365760" y="2761488"/>
            <a:ext cx="4663440" cy="54864"/>
          </a:xfrm>
          <a:prstGeom prst="rect">
            <a:avLst/>
          </a:prstGeom>
          <a:solidFill>
            <a:srgbClr val="2563EB"/>
          </a:solidFill>
          <a:ln w="12700">
            <a:solidFill>
              <a:srgbClr val="2563EB"/>
            </a:solidFill>
            <a:prstDash val="solid"/>
          </a:ln>
        </p:spPr>
        <p:txBody>
          <a:bodyPr/>
          <a:lstStyle/>
          <a:p>
            <a:endParaRPr lang="en-CA"/>
          </a:p>
        </p:txBody>
      </p:sp>
      <p:sp>
        <p:nvSpPr>
          <p:cNvPr id="11" name="Text 9"/>
          <p:cNvSpPr/>
          <p:nvPr/>
        </p:nvSpPr>
        <p:spPr>
          <a:xfrm>
            <a:off x="365760" y="2988975"/>
            <a:ext cx="4663440" cy="594360"/>
          </a:xfrm>
          <a:prstGeom prst="rect">
            <a:avLst/>
          </a:prstGeom>
          <a:noFill/>
          <a:ln/>
        </p:spPr>
        <p:txBody>
          <a:bodyPr wrap="square" rtlCol="0" anchor="ctr"/>
          <a:lstStyle/>
          <a:p>
            <a:pPr marL="0" indent="0">
              <a:lnSpc>
                <a:spcPct val="130000"/>
              </a:lnSpc>
              <a:buNone/>
            </a:pPr>
            <a:r>
              <a:rPr lang="en-US" sz="1050" i="1">
                <a:solidFill>
                  <a:srgbClr val="64748B"/>
                </a:solidFill>
                <a:latin typeface="Calibri" pitchFamily="34" charset="0"/>
                <a:ea typeface="Calibri" pitchFamily="34" charset="-122"/>
                <a:cs typeface="Calibri" pitchFamily="34" charset="-120"/>
              </a:rPr>
              <a:t>LOST instances have unreliable telemetry. The monitoring system knows the container stopped but cannot produce a clean exit record. Training on these sequences would introduce unpredictable endings that corrupt the LSTM's learned patterns.</a:t>
            </a:r>
            <a:endParaRPr lang="en-US" sz="1050"/>
          </a:p>
        </p:txBody>
      </p:sp>
      <p:sp>
        <p:nvSpPr>
          <p:cNvPr id="12" name="Shape 10"/>
          <p:cNvSpPr/>
          <p:nvPr/>
        </p:nvSpPr>
        <p:spPr>
          <a:xfrm>
            <a:off x="5212080" y="777240"/>
            <a:ext cx="3657600" cy="274320"/>
          </a:xfrm>
          <a:prstGeom prst="rect">
            <a:avLst/>
          </a:prstGeom>
          <a:solidFill>
            <a:srgbClr val="1B2A4A"/>
          </a:solidFill>
          <a:ln w="12700">
            <a:solidFill>
              <a:srgbClr val="1B2A4A"/>
            </a:solidFill>
            <a:prstDash val="solid"/>
          </a:ln>
        </p:spPr>
        <p:txBody>
          <a:bodyPr/>
          <a:lstStyle/>
          <a:p>
            <a:endParaRPr lang="en-CA"/>
          </a:p>
        </p:txBody>
      </p:sp>
      <p:sp>
        <p:nvSpPr>
          <p:cNvPr id="13" name="Text 11"/>
          <p:cNvSpPr/>
          <p:nvPr/>
        </p:nvSpPr>
        <p:spPr>
          <a:xfrm>
            <a:off x="5212080" y="777240"/>
            <a:ext cx="3657600" cy="274320"/>
          </a:xfrm>
          <a:prstGeom prst="rect">
            <a:avLst/>
          </a:prstGeom>
          <a:noFill/>
          <a:ln/>
        </p:spPr>
        <p:txBody>
          <a:bodyPr wrap="square" lIns="0" tIns="0" rIns="0" bIns="0" rtlCol="0" anchor="ctr"/>
          <a:lstStyle/>
          <a:p>
            <a:pPr marL="0" indent="0" algn="ctr">
              <a:buNone/>
            </a:pPr>
            <a:r>
              <a:rPr lang="en-US" sz="950" b="1">
                <a:solidFill>
                  <a:srgbClr val="FFFFFF"/>
                </a:solidFill>
                <a:latin typeface="Calibri" pitchFamily="34" charset="0"/>
                <a:ea typeface="Calibri" pitchFamily="34" charset="-122"/>
                <a:cs typeface="Calibri" pitchFamily="34" charset="-120"/>
              </a:rPr>
              <a:t>Example output row</a:t>
            </a:r>
            <a:endParaRPr lang="en-US" sz="950"/>
          </a:p>
        </p:txBody>
      </p:sp>
      <p:sp>
        <p:nvSpPr>
          <p:cNvPr id="14" name="Shape 12"/>
          <p:cNvSpPr/>
          <p:nvPr/>
        </p:nvSpPr>
        <p:spPr>
          <a:xfrm>
            <a:off x="5212080" y="1051560"/>
            <a:ext cx="1828800" cy="274320"/>
          </a:xfrm>
          <a:prstGeom prst="rect">
            <a:avLst/>
          </a:prstGeom>
          <a:solidFill>
            <a:srgbClr val="2563EB"/>
          </a:solidFill>
          <a:ln w="6350">
            <a:solidFill>
              <a:srgbClr val="DBEAFE"/>
            </a:solidFill>
            <a:prstDash val="solid"/>
          </a:ln>
        </p:spPr>
        <p:txBody>
          <a:bodyPr/>
          <a:lstStyle/>
          <a:p>
            <a:endParaRPr lang="en-CA"/>
          </a:p>
        </p:txBody>
      </p:sp>
      <p:sp>
        <p:nvSpPr>
          <p:cNvPr id="15" name="Text 13"/>
          <p:cNvSpPr/>
          <p:nvPr/>
        </p:nvSpPr>
        <p:spPr>
          <a:xfrm>
            <a:off x="5212080" y="1051560"/>
            <a:ext cx="1828800" cy="274320"/>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collection_id</a:t>
            </a:r>
            <a:endParaRPr lang="en-US" sz="800"/>
          </a:p>
        </p:txBody>
      </p:sp>
      <p:sp>
        <p:nvSpPr>
          <p:cNvPr id="16" name="Shape 14"/>
          <p:cNvSpPr/>
          <p:nvPr/>
        </p:nvSpPr>
        <p:spPr>
          <a:xfrm>
            <a:off x="7040880" y="1051560"/>
            <a:ext cx="1828800" cy="274320"/>
          </a:xfrm>
          <a:prstGeom prst="rect">
            <a:avLst/>
          </a:prstGeom>
          <a:solidFill>
            <a:srgbClr val="2563EB"/>
          </a:solidFill>
          <a:ln w="6350">
            <a:solidFill>
              <a:srgbClr val="DBEAFE"/>
            </a:solidFill>
            <a:prstDash val="solid"/>
          </a:ln>
        </p:spPr>
        <p:txBody>
          <a:bodyPr/>
          <a:lstStyle/>
          <a:p>
            <a:endParaRPr lang="en-CA"/>
          </a:p>
        </p:txBody>
      </p:sp>
      <p:sp>
        <p:nvSpPr>
          <p:cNvPr id="17" name="Text 15"/>
          <p:cNvSpPr/>
          <p:nvPr/>
        </p:nvSpPr>
        <p:spPr>
          <a:xfrm>
            <a:off x="7040880" y="1051560"/>
            <a:ext cx="1828800" cy="274320"/>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instance_index</a:t>
            </a:r>
            <a:endParaRPr lang="en-US" sz="800"/>
          </a:p>
        </p:txBody>
      </p:sp>
      <p:sp>
        <p:nvSpPr>
          <p:cNvPr id="18" name="Shape 16"/>
          <p:cNvSpPr/>
          <p:nvPr/>
        </p:nvSpPr>
        <p:spPr>
          <a:xfrm>
            <a:off x="5212080" y="1325880"/>
            <a:ext cx="1828800" cy="329184"/>
          </a:xfrm>
          <a:prstGeom prst="rect">
            <a:avLst/>
          </a:prstGeom>
          <a:solidFill>
            <a:srgbClr val="DBEAFE"/>
          </a:solidFill>
          <a:ln w="6350">
            <a:solidFill>
              <a:srgbClr val="CBD5E1"/>
            </a:solidFill>
            <a:prstDash val="solid"/>
          </a:ln>
        </p:spPr>
        <p:txBody>
          <a:bodyPr/>
          <a:lstStyle/>
          <a:p>
            <a:endParaRPr lang="en-CA"/>
          </a:p>
        </p:txBody>
      </p:sp>
      <p:sp>
        <p:nvSpPr>
          <p:cNvPr id="19" name="Text 17"/>
          <p:cNvSpPr/>
          <p:nvPr/>
        </p:nvSpPr>
        <p:spPr>
          <a:xfrm>
            <a:off x="5212080" y="1325880"/>
            <a:ext cx="1828800" cy="329184"/>
          </a:xfrm>
          <a:prstGeom prst="rect">
            <a:avLst/>
          </a:prstGeom>
          <a:noFill/>
          <a:ln/>
        </p:spPr>
        <p:txBody>
          <a:bodyPr wrap="square" lIns="0" tIns="0" rIns="0" bIns="0" rtlCol="0" anchor="ctr"/>
          <a:lstStyle/>
          <a:p>
            <a:pPr marL="0" indent="0" algn="ctr">
              <a:buNone/>
            </a:pPr>
            <a:r>
              <a:rPr lang="en-US" sz="850">
                <a:solidFill>
                  <a:srgbClr val="1B2A4A"/>
                </a:solidFill>
                <a:latin typeface="Calibri" pitchFamily="34" charset="0"/>
                <a:ea typeface="Calibri" pitchFamily="34" charset="-122"/>
                <a:cs typeface="Calibri" pitchFamily="34" charset="-120"/>
              </a:rPr>
              <a:t>88200912</a:t>
            </a:r>
            <a:endParaRPr lang="en-US" sz="850"/>
          </a:p>
        </p:txBody>
      </p:sp>
      <p:sp>
        <p:nvSpPr>
          <p:cNvPr id="20" name="Shape 18"/>
          <p:cNvSpPr/>
          <p:nvPr/>
        </p:nvSpPr>
        <p:spPr>
          <a:xfrm>
            <a:off x="7040880" y="1325880"/>
            <a:ext cx="1828800" cy="329184"/>
          </a:xfrm>
          <a:prstGeom prst="rect">
            <a:avLst/>
          </a:prstGeom>
          <a:solidFill>
            <a:srgbClr val="DBEAFE"/>
          </a:solidFill>
          <a:ln w="6350">
            <a:solidFill>
              <a:srgbClr val="CBD5E1"/>
            </a:solidFill>
            <a:prstDash val="solid"/>
          </a:ln>
        </p:spPr>
        <p:txBody>
          <a:bodyPr/>
          <a:lstStyle/>
          <a:p>
            <a:endParaRPr lang="en-CA"/>
          </a:p>
        </p:txBody>
      </p:sp>
      <p:sp>
        <p:nvSpPr>
          <p:cNvPr id="21" name="Text 19"/>
          <p:cNvSpPr/>
          <p:nvPr/>
        </p:nvSpPr>
        <p:spPr>
          <a:xfrm>
            <a:off x="7040880" y="1325880"/>
            <a:ext cx="1828800" cy="329184"/>
          </a:xfrm>
          <a:prstGeom prst="rect">
            <a:avLst/>
          </a:prstGeom>
          <a:noFill/>
          <a:ln/>
        </p:spPr>
        <p:txBody>
          <a:bodyPr wrap="square" lIns="0" tIns="0" rIns="0" bIns="0" rtlCol="0" anchor="ctr"/>
          <a:lstStyle/>
          <a:p>
            <a:pPr marL="0" indent="0" algn="ctr">
              <a:buNone/>
            </a:pPr>
            <a:r>
              <a:rPr lang="en-US" sz="850">
                <a:solidFill>
                  <a:srgbClr val="1B2A4A"/>
                </a:solidFill>
                <a:latin typeface="Calibri" pitchFamily="34" charset="0"/>
                <a:ea typeface="Calibri" pitchFamily="34" charset="-122"/>
                <a:cs typeface="Calibri" pitchFamily="34" charset="-120"/>
              </a:rPr>
              <a:t>14</a:t>
            </a:r>
            <a:endParaRPr lang="en-US" sz="850"/>
          </a:p>
        </p:txBody>
      </p:sp>
      <p:sp>
        <p:nvSpPr>
          <p:cNvPr id="22" name="Text 20"/>
          <p:cNvSpPr/>
          <p:nvPr/>
        </p:nvSpPr>
        <p:spPr>
          <a:xfrm>
            <a:off x="8046720" y="4892040"/>
            <a:ext cx="914400" cy="182880"/>
          </a:xfrm>
          <a:prstGeom prst="rect">
            <a:avLst/>
          </a:prstGeom>
          <a:noFill/>
          <a:ln/>
        </p:spPr>
        <p:txBody>
          <a:bodyPr wrap="square" rtlCol="0" anchor="ctr"/>
          <a:lstStyle/>
          <a:p>
            <a:pPr marL="0" indent="0" algn="r">
              <a:buNone/>
            </a:pPr>
            <a:r>
              <a:rPr lang="en-US" sz="900">
                <a:solidFill>
                  <a:srgbClr val="64748B"/>
                </a:solidFill>
                <a:latin typeface="Calibri" pitchFamily="34" charset="0"/>
                <a:ea typeface="Calibri" pitchFamily="34" charset="-122"/>
                <a:cs typeface="Calibri" pitchFamily="34" charset="-120"/>
              </a:rPr>
              <a:t>4 / 12</a:t>
            </a:r>
            <a:endParaRPr lang="en-US" sz="900"/>
          </a:p>
        </p:txBody>
      </p:sp>
      <p:sp>
        <p:nvSpPr>
          <p:cNvPr id="23" name="Text 21"/>
          <p:cNvSpPr/>
          <p:nvPr/>
        </p:nvSpPr>
        <p:spPr>
          <a:xfrm>
            <a:off x="365760" y="4892040"/>
            <a:ext cx="5486400" cy="182880"/>
          </a:xfrm>
          <a:prstGeom prst="rect">
            <a:avLst/>
          </a:prstGeom>
          <a:noFill/>
          <a:ln/>
        </p:spPr>
        <p:txBody>
          <a:bodyPr wrap="square" rtlCol="0" anchor="ctr"/>
          <a:lstStyle/>
          <a:p>
            <a:pPr marL="0" indent="0" algn="l">
              <a:buNone/>
            </a:pPr>
            <a:r>
              <a:rPr lang="en-CA" sz="900">
                <a:solidFill>
                  <a:srgbClr val="64748B"/>
                </a:solidFill>
                <a:latin typeface="Calibri" pitchFamily="34" charset="0"/>
                <a:ea typeface="Calibri" pitchFamily="34" charset="-122"/>
                <a:cs typeface="Calibri" pitchFamily="34" charset="-120"/>
              </a:rPr>
              <a:t>Data Extraction — LSTM Master Table</a:t>
            </a:r>
            <a:endParaRPr lang="en-US" sz="9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w="12700">
            <a:solidFill>
              <a:srgbClr val="1B2A4A"/>
            </a:solidFill>
            <a:prstDash val="solid"/>
          </a:ln>
        </p:spPr>
        <p:txBody>
          <a:bodyPr/>
          <a:lstStyle/>
          <a:p>
            <a:endParaRPr lang="en-US"/>
          </a:p>
        </p:txBody>
      </p:sp>
      <p:sp>
        <p:nvSpPr>
          <p:cNvPr id="3" name="Text 1"/>
          <p:cNvSpPr/>
          <p:nvPr/>
        </p:nvSpPr>
        <p:spPr>
          <a:xfrm>
            <a:off x="365760" y="0"/>
            <a:ext cx="7498080" cy="658368"/>
          </a:xfrm>
          <a:prstGeom prst="rect">
            <a:avLst/>
          </a:prstGeom>
          <a:noFill/>
          <a:ln/>
        </p:spPr>
        <p:txBody>
          <a:bodyPr wrap="square" lIns="0" tIns="0" rIns="0" bIns="0" rtlCol="0" anchor="ctr"/>
          <a:lstStyle/>
          <a:p>
            <a:pPr marL="0" indent="0">
              <a:buNone/>
            </a:pPr>
            <a:r>
              <a:rPr lang="en-US" sz="2000" b="1">
                <a:solidFill>
                  <a:srgbClr val="FFFFFF"/>
                </a:solidFill>
                <a:latin typeface="Calibri" pitchFamily="34" charset="0"/>
                <a:ea typeface="Calibri" pitchFamily="34" charset="-122"/>
                <a:cs typeface="Calibri" pitchFamily="34" charset="-120"/>
              </a:rPr>
              <a:t>CTE 3 — terminal_info  ·  instance_events</a:t>
            </a:r>
            <a:endParaRPr lang="en-US" sz="2000"/>
          </a:p>
        </p:txBody>
      </p:sp>
      <p:sp>
        <p:nvSpPr>
          <p:cNvPr id="4" name="Shape 2"/>
          <p:cNvSpPr/>
          <p:nvPr/>
        </p:nvSpPr>
        <p:spPr>
          <a:xfrm>
            <a:off x="6858000" y="109728"/>
            <a:ext cx="1920240" cy="237744"/>
          </a:xfrm>
          <a:prstGeom prst="rect">
            <a:avLst/>
          </a:prstGeom>
          <a:solidFill>
            <a:srgbClr val="2563EB">
              <a:alpha val="70000"/>
            </a:srgbClr>
          </a:solidFill>
          <a:ln w="12700">
            <a:solidFill>
              <a:srgbClr val="DBEAFE"/>
            </a:solidFill>
            <a:prstDash val="solid"/>
          </a:ln>
        </p:spPr>
        <p:txBody>
          <a:bodyPr/>
          <a:lstStyle/>
          <a:p>
            <a:endParaRPr lang="en-US"/>
          </a:p>
        </p:txBody>
      </p:sp>
      <p:sp>
        <p:nvSpPr>
          <p:cNvPr id="5" name="Text 3"/>
          <p:cNvSpPr/>
          <p:nvPr/>
        </p:nvSpPr>
        <p:spPr>
          <a:xfrm>
            <a:off x="6858000" y="109728"/>
            <a:ext cx="1920240" cy="237744"/>
          </a:xfrm>
          <a:prstGeom prst="rect">
            <a:avLst/>
          </a:prstGeom>
          <a:noFill/>
          <a:ln/>
        </p:spPr>
        <p:txBody>
          <a:bodyPr wrap="square" lIns="0" tIns="0" rIns="0" bIns="0" rtlCol="0" anchor="ctr"/>
          <a:lstStyle/>
          <a:p>
            <a:pPr marL="0" indent="0" algn="ctr">
              <a:buNone/>
            </a:pPr>
            <a:r>
              <a:rPr lang="en-US" sz="800" i="1">
                <a:solidFill>
                  <a:srgbClr val="FFFFFF"/>
                </a:solidFill>
                <a:latin typeface="Calibri" pitchFamily="34" charset="0"/>
                <a:ea typeface="Calibri" pitchFamily="34" charset="-122"/>
                <a:cs typeface="Calibri" pitchFamily="34" charset="-120"/>
              </a:rPr>
              <a:t>src: instance_events</a:t>
            </a:r>
            <a:endParaRPr lang="en-US" sz="800"/>
          </a:p>
        </p:txBody>
      </p:sp>
      <p:sp>
        <p:nvSpPr>
          <p:cNvPr id="6" name="Shape 4"/>
          <p:cNvSpPr/>
          <p:nvPr/>
        </p:nvSpPr>
        <p:spPr>
          <a:xfrm>
            <a:off x="7315200" y="777240"/>
            <a:ext cx="1508760" cy="237744"/>
          </a:xfrm>
          <a:prstGeom prst="rect">
            <a:avLst/>
          </a:prstGeom>
          <a:solidFill>
            <a:srgbClr val="D97706"/>
          </a:solidFill>
          <a:ln w="12700">
            <a:solidFill>
              <a:srgbClr val="D97706"/>
            </a:solidFill>
            <a:prstDash val="solid"/>
          </a:ln>
        </p:spPr>
        <p:txBody>
          <a:bodyPr/>
          <a:lstStyle/>
          <a:p>
            <a:endParaRPr lang="en-US"/>
          </a:p>
        </p:txBody>
      </p:sp>
      <p:sp>
        <p:nvSpPr>
          <p:cNvPr id="7" name="Text 5"/>
          <p:cNvSpPr/>
          <p:nvPr/>
        </p:nvSpPr>
        <p:spPr>
          <a:xfrm>
            <a:off x="7315200" y="777240"/>
            <a:ext cx="1508760" cy="237744"/>
          </a:xfrm>
          <a:prstGeom prst="rect">
            <a:avLst/>
          </a:prstGeom>
          <a:noFill/>
          <a:ln/>
        </p:spPr>
        <p:txBody>
          <a:bodyPr wrap="square" lIns="0" tIns="0" rIns="0" bIns="0" rtlCol="0" anchor="ctr"/>
          <a:lstStyle/>
          <a:p>
            <a:pPr marL="0" indent="0" algn="ctr">
              <a:buNone/>
            </a:pPr>
            <a:r>
              <a:rPr lang="en-US" sz="850" b="1" kern="0" spc="100">
                <a:solidFill>
                  <a:srgbClr val="FFFFFF"/>
                </a:solidFill>
                <a:latin typeface="Calibri" pitchFamily="34" charset="0"/>
                <a:ea typeface="Calibri" pitchFamily="34" charset="-122"/>
                <a:cs typeface="Calibri" pitchFamily="34" charset="-120"/>
              </a:rPr>
              <a:t>LEFT JOIN</a:t>
            </a:r>
            <a:endParaRPr lang="en-US" sz="850"/>
          </a:p>
        </p:txBody>
      </p:sp>
      <p:sp>
        <p:nvSpPr>
          <p:cNvPr id="8" name="Text 6"/>
          <p:cNvSpPr/>
          <p:nvPr/>
        </p:nvSpPr>
        <p:spPr>
          <a:xfrm>
            <a:off x="365760" y="777240"/>
            <a:ext cx="4114800" cy="256032"/>
          </a:xfrm>
          <a:prstGeom prst="rect">
            <a:avLst/>
          </a:prstGeom>
          <a:noFill/>
          <a:ln/>
        </p:spPr>
        <p:txBody>
          <a:bodyPr wrap="square" rtlCol="0" anchor="ctr"/>
          <a:lstStyle/>
          <a:p>
            <a:pPr marL="0" indent="0">
              <a:buNone/>
            </a:pPr>
            <a:r>
              <a:rPr lang="en-US" sz="1150" b="1">
                <a:solidFill>
                  <a:srgbClr val="1B2A4A"/>
                </a:solidFill>
                <a:latin typeface="Calibri" pitchFamily="34" charset="0"/>
                <a:ea typeface="Calibri" pitchFamily="34" charset="-122"/>
                <a:cs typeface="Calibri" pitchFamily="34" charset="-120"/>
              </a:rPr>
              <a:t>What this step does</a:t>
            </a:r>
            <a:endParaRPr lang="en-US" sz="1150"/>
          </a:p>
        </p:txBody>
      </p:sp>
      <p:sp>
        <p:nvSpPr>
          <p:cNvPr id="9" name="Text 7"/>
          <p:cNvSpPr/>
          <p:nvPr/>
        </p:nvSpPr>
        <p:spPr>
          <a:xfrm>
            <a:off x="365760" y="1078992"/>
            <a:ext cx="4663440" cy="1591056"/>
          </a:xfrm>
          <a:prstGeom prst="rect">
            <a:avLst/>
          </a:prstGeom>
          <a:noFill/>
          <a:ln/>
        </p:spPr>
        <p:txBody>
          <a:bodyPr wrap="square" rtlCol="0" anchor="ctr"/>
          <a:lstStyle/>
          <a:p>
            <a:pPr marL="342900" indent="-342900">
              <a:buSzPct val="100000"/>
              <a:buChar char="•"/>
            </a:pPr>
            <a:r>
              <a:rPr lang="en-US" sz="1100">
                <a:solidFill>
                  <a:srgbClr val="1E293B"/>
                </a:solidFill>
                <a:latin typeface="Calibri" pitchFamily="34" charset="0"/>
                <a:ea typeface="Calibri" pitchFamily="34" charset="-122"/>
                <a:cs typeface="Calibri" pitchFamily="34" charset="-120"/>
              </a:rPr>
              <a:t>Captures the terminal event type for each instance — EVICT (4), FAIL / OOM (5), FINISH (6), KILL (7)</a:t>
            </a:r>
          </a:p>
          <a:p>
            <a:pPr marL="342900" indent="-342900">
              <a:buSzPct val="100000"/>
              <a:buChar char="•"/>
            </a:pPr>
            <a:endParaRPr lang="en-US" sz="1100"/>
          </a:p>
          <a:p>
            <a:pPr marL="342900" indent="-342900">
              <a:buSzPct val="100000"/>
              <a:buChar char="•"/>
            </a:pPr>
            <a:r>
              <a:rPr lang="en-US" sz="1100">
                <a:solidFill>
                  <a:srgbClr val="1E293B"/>
                </a:solidFill>
                <a:latin typeface="Calibri" pitchFamily="34" charset="0"/>
                <a:ea typeface="Calibri" pitchFamily="34" charset="-122"/>
                <a:cs typeface="Calibri" pitchFamily="34" charset="-120"/>
              </a:rPr>
              <a:t>A new column absent from both prior approaches: Approach 1 never captured it; Approach 2 used it as a filter but never stored it</a:t>
            </a:r>
          </a:p>
          <a:p>
            <a:pPr marL="342900" indent="-342900">
              <a:buSzPct val="100000"/>
              <a:buChar char="•"/>
            </a:pPr>
            <a:endParaRPr lang="en-US" sz="1100"/>
          </a:p>
          <a:p>
            <a:pPr marL="342900" indent="-342900">
              <a:buSzPct val="100000"/>
              <a:buChar char="•"/>
            </a:pPr>
            <a:r>
              <a:rPr lang="en-US" sz="1100">
                <a:solidFill>
                  <a:srgbClr val="1E293B"/>
                </a:solidFill>
                <a:latin typeface="Calibri" pitchFamily="34" charset="0"/>
                <a:ea typeface="Calibri" pitchFamily="34" charset="-122"/>
                <a:cs typeface="Calibri" pitchFamily="34" charset="-120"/>
              </a:rPr>
              <a:t>Instances still running past the week end have terminal_type = NULL — valid; they are long-running stable services</a:t>
            </a:r>
            <a:endParaRPr lang="en-US" sz="1100"/>
          </a:p>
        </p:txBody>
      </p:sp>
      <p:sp>
        <p:nvSpPr>
          <p:cNvPr id="10" name="Shape 8"/>
          <p:cNvSpPr/>
          <p:nvPr/>
        </p:nvSpPr>
        <p:spPr>
          <a:xfrm>
            <a:off x="365760" y="2761488"/>
            <a:ext cx="4663440" cy="54864"/>
          </a:xfrm>
          <a:prstGeom prst="rect">
            <a:avLst/>
          </a:prstGeom>
          <a:solidFill>
            <a:srgbClr val="2563EB"/>
          </a:solidFill>
          <a:ln w="12700">
            <a:solidFill>
              <a:srgbClr val="2563EB"/>
            </a:solidFill>
            <a:prstDash val="solid"/>
          </a:ln>
        </p:spPr>
        <p:txBody>
          <a:bodyPr/>
          <a:lstStyle/>
          <a:p>
            <a:endParaRPr lang="en-US"/>
          </a:p>
        </p:txBody>
      </p:sp>
      <p:sp>
        <p:nvSpPr>
          <p:cNvPr id="11" name="Text 9"/>
          <p:cNvSpPr/>
          <p:nvPr/>
        </p:nvSpPr>
        <p:spPr>
          <a:xfrm>
            <a:off x="365760" y="2905851"/>
            <a:ext cx="4663440" cy="594360"/>
          </a:xfrm>
          <a:prstGeom prst="rect">
            <a:avLst/>
          </a:prstGeom>
          <a:noFill/>
          <a:ln/>
        </p:spPr>
        <p:txBody>
          <a:bodyPr wrap="square" rtlCol="0" anchor="ctr"/>
          <a:lstStyle/>
          <a:p>
            <a:pPr marL="0" indent="0">
              <a:lnSpc>
                <a:spcPct val="130000"/>
              </a:lnSpc>
              <a:buNone/>
            </a:pPr>
            <a:r>
              <a:rPr lang="en-US" sz="1050" i="1">
                <a:solidFill>
                  <a:srgbClr val="64748B"/>
                </a:solidFill>
                <a:latin typeface="Calibri" pitchFamily="34" charset="0"/>
                <a:ea typeface="Calibri" pitchFamily="34" charset="-122"/>
                <a:cs typeface="Calibri" pitchFamily="34" charset="-120"/>
              </a:rPr>
              <a:t>terminal_type is the label used by the Random Forest classifier to distinguish stable instances (FINISH) from at-risk instances (EVICT, FAIL, KILL) — without requiring failure-mode sequences in the LSTM training data.</a:t>
            </a:r>
            <a:endParaRPr lang="en-US" sz="1050"/>
          </a:p>
        </p:txBody>
      </p:sp>
      <p:sp>
        <p:nvSpPr>
          <p:cNvPr id="12" name="Shape 10"/>
          <p:cNvSpPr/>
          <p:nvPr/>
        </p:nvSpPr>
        <p:spPr>
          <a:xfrm>
            <a:off x="5212080" y="777240"/>
            <a:ext cx="3657600" cy="274320"/>
          </a:xfrm>
          <a:prstGeom prst="rect">
            <a:avLst/>
          </a:prstGeom>
          <a:solidFill>
            <a:srgbClr val="1B2A4A"/>
          </a:solidFill>
          <a:ln w="12700">
            <a:solidFill>
              <a:srgbClr val="1B2A4A"/>
            </a:solidFill>
            <a:prstDash val="solid"/>
          </a:ln>
        </p:spPr>
        <p:txBody>
          <a:bodyPr/>
          <a:lstStyle/>
          <a:p>
            <a:endParaRPr lang="en-US"/>
          </a:p>
        </p:txBody>
      </p:sp>
      <p:sp>
        <p:nvSpPr>
          <p:cNvPr id="13" name="Text 11"/>
          <p:cNvSpPr/>
          <p:nvPr/>
        </p:nvSpPr>
        <p:spPr>
          <a:xfrm>
            <a:off x="5212080" y="777240"/>
            <a:ext cx="3657600" cy="274320"/>
          </a:xfrm>
          <a:prstGeom prst="rect">
            <a:avLst/>
          </a:prstGeom>
          <a:noFill/>
          <a:ln/>
        </p:spPr>
        <p:txBody>
          <a:bodyPr wrap="square" lIns="0" tIns="0" rIns="0" bIns="0" rtlCol="0" anchor="ctr"/>
          <a:lstStyle/>
          <a:p>
            <a:pPr marL="0" indent="0" algn="ctr">
              <a:buNone/>
            </a:pPr>
            <a:r>
              <a:rPr lang="en-US" sz="950" b="1">
                <a:solidFill>
                  <a:srgbClr val="FFFFFF"/>
                </a:solidFill>
                <a:latin typeface="Calibri" pitchFamily="34" charset="0"/>
                <a:ea typeface="Calibri" pitchFamily="34" charset="-122"/>
                <a:cs typeface="Calibri" pitchFamily="34" charset="-120"/>
              </a:rPr>
              <a:t>Example output row</a:t>
            </a:r>
            <a:endParaRPr lang="en-US" sz="950"/>
          </a:p>
        </p:txBody>
      </p:sp>
      <p:sp>
        <p:nvSpPr>
          <p:cNvPr id="14" name="Shape 12"/>
          <p:cNvSpPr/>
          <p:nvPr/>
        </p:nvSpPr>
        <p:spPr>
          <a:xfrm>
            <a:off x="5212080" y="1051560"/>
            <a:ext cx="914400" cy="274320"/>
          </a:xfrm>
          <a:prstGeom prst="rect">
            <a:avLst/>
          </a:prstGeom>
          <a:solidFill>
            <a:srgbClr val="2563EB"/>
          </a:solidFill>
          <a:ln w="6350">
            <a:solidFill>
              <a:srgbClr val="DBEAFE"/>
            </a:solidFill>
            <a:prstDash val="solid"/>
          </a:ln>
        </p:spPr>
        <p:txBody>
          <a:bodyPr/>
          <a:lstStyle/>
          <a:p>
            <a:endParaRPr lang="en-US"/>
          </a:p>
        </p:txBody>
      </p:sp>
      <p:sp>
        <p:nvSpPr>
          <p:cNvPr id="15" name="Text 13"/>
          <p:cNvSpPr/>
          <p:nvPr/>
        </p:nvSpPr>
        <p:spPr>
          <a:xfrm>
            <a:off x="5212080" y="1051560"/>
            <a:ext cx="914400" cy="274320"/>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collection_id</a:t>
            </a:r>
            <a:endParaRPr lang="en-US" sz="800"/>
          </a:p>
        </p:txBody>
      </p:sp>
      <p:sp>
        <p:nvSpPr>
          <p:cNvPr id="16" name="Shape 14"/>
          <p:cNvSpPr/>
          <p:nvPr/>
        </p:nvSpPr>
        <p:spPr>
          <a:xfrm>
            <a:off x="6126480" y="1051560"/>
            <a:ext cx="914400" cy="274320"/>
          </a:xfrm>
          <a:prstGeom prst="rect">
            <a:avLst/>
          </a:prstGeom>
          <a:solidFill>
            <a:srgbClr val="2563EB"/>
          </a:solidFill>
          <a:ln w="6350">
            <a:solidFill>
              <a:srgbClr val="DBEAFE"/>
            </a:solidFill>
            <a:prstDash val="solid"/>
          </a:ln>
        </p:spPr>
        <p:txBody>
          <a:bodyPr/>
          <a:lstStyle/>
          <a:p>
            <a:endParaRPr lang="en-US"/>
          </a:p>
        </p:txBody>
      </p:sp>
      <p:sp>
        <p:nvSpPr>
          <p:cNvPr id="17" name="Text 15"/>
          <p:cNvSpPr/>
          <p:nvPr/>
        </p:nvSpPr>
        <p:spPr>
          <a:xfrm>
            <a:off x="6126480" y="1051560"/>
            <a:ext cx="914400" cy="274320"/>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inst_idx</a:t>
            </a:r>
            <a:endParaRPr lang="en-US" sz="800"/>
          </a:p>
        </p:txBody>
      </p:sp>
      <p:sp>
        <p:nvSpPr>
          <p:cNvPr id="18" name="Shape 16"/>
          <p:cNvSpPr/>
          <p:nvPr/>
        </p:nvSpPr>
        <p:spPr>
          <a:xfrm>
            <a:off x="7040880" y="1051560"/>
            <a:ext cx="914400" cy="274320"/>
          </a:xfrm>
          <a:prstGeom prst="rect">
            <a:avLst/>
          </a:prstGeom>
          <a:solidFill>
            <a:srgbClr val="2563EB"/>
          </a:solidFill>
          <a:ln w="6350">
            <a:solidFill>
              <a:srgbClr val="DBEAFE"/>
            </a:solidFill>
            <a:prstDash val="solid"/>
          </a:ln>
        </p:spPr>
        <p:txBody>
          <a:bodyPr/>
          <a:lstStyle/>
          <a:p>
            <a:endParaRPr lang="en-US"/>
          </a:p>
        </p:txBody>
      </p:sp>
      <p:sp>
        <p:nvSpPr>
          <p:cNvPr id="19" name="Text 17"/>
          <p:cNvSpPr/>
          <p:nvPr/>
        </p:nvSpPr>
        <p:spPr>
          <a:xfrm>
            <a:off x="7040880" y="1051560"/>
            <a:ext cx="914400" cy="274320"/>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terminal_time</a:t>
            </a:r>
            <a:endParaRPr lang="en-US" sz="800"/>
          </a:p>
        </p:txBody>
      </p:sp>
      <p:sp>
        <p:nvSpPr>
          <p:cNvPr id="20" name="Shape 18"/>
          <p:cNvSpPr/>
          <p:nvPr/>
        </p:nvSpPr>
        <p:spPr>
          <a:xfrm>
            <a:off x="7955280" y="1051560"/>
            <a:ext cx="914400" cy="274320"/>
          </a:xfrm>
          <a:prstGeom prst="rect">
            <a:avLst/>
          </a:prstGeom>
          <a:solidFill>
            <a:srgbClr val="2563EB"/>
          </a:solidFill>
          <a:ln w="6350">
            <a:solidFill>
              <a:srgbClr val="DBEAFE"/>
            </a:solidFill>
            <a:prstDash val="solid"/>
          </a:ln>
        </p:spPr>
        <p:txBody>
          <a:bodyPr/>
          <a:lstStyle/>
          <a:p>
            <a:endParaRPr lang="en-US"/>
          </a:p>
        </p:txBody>
      </p:sp>
      <p:sp>
        <p:nvSpPr>
          <p:cNvPr id="21" name="Text 19"/>
          <p:cNvSpPr/>
          <p:nvPr/>
        </p:nvSpPr>
        <p:spPr>
          <a:xfrm>
            <a:off x="7955280" y="1051560"/>
            <a:ext cx="914400" cy="274320"/>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terminal_type</a:t>
            </a:r>
            <a:endParaRPr lang="en-US" sz="800"/>
          </a:p>
        </p:txBody>
      </p:sp>
      <p:sp>
        <p:nvSpPr>
          <p:cNvPr id="22" name="Shape 20"/>
          <p:cNvSpPr/>
          <p:nvPr/>
        </p:nvSpPr>
        <p:spPr>
          <a:xfrm>
            <a:off x="5212080" y="1325880"/>
            <a:ext cx="914400" cy="329184"/>
          </a:xfrm>
          <a:prstGeom prst="rect">
            <a:avLst/>
          </a:prstGeom>
          <a:solidFill>
            <a:srgbClr val="DBEAFE"/>
          </a:solidFill>
          <a:ln w="6350">
            <a:solidFill>
              <a:srgbClr val="CBD5E1"/>
            </a:solidFill>
            <a:prstDash val="solid"/>
          </a:ln>
        </p:spPr>
        <p:txBody>
          <a:bodyPr/>
          <a:lstStyle/>
          <a:p>
            <a:endParaRPr lang="en-US"/>
          </a:p>
        </p:txBody>
      </p:sp>
      <p:sp>
        <p:nvSpPr>
          <p:cNvPr id="23" name="Text 21"/>
          <p:cNvSpPr/>
          <p:nvPr/>
        </p:nvSpPr>
        <p:spPr>
          <a:xfrm>
            <a:off x="5212080" y="1325880"/>
            <a:ext cx="914400" cy="329184"/>
          </a:xfrm>
          <a:prstGeom prst="rect">
            <a:avLst/>
          </a:prstGeom>
          <a:noFill/>
          <a:ln/>
        </p:spPr>
        <p:txBody>
          <a:bodyPr wrap="square" lIns="0" tIns="0" rIns="0" bIns="0" rtlCol="0" anchor="ctr"/>
          <a:lstStyle/>
          <a:p>
            <a:pPr marL="0" indent="0" algn="ctr">
              <a:buNone/>
            </a:pPr>
            <a:r>
              <a:rPr lang="en-US" sz="850">
                <a:solidFill>
                  <a:srgbClr val="1B2A4A"/>
                </a:solidFill>
                <a:latin typeface="Calibri" pitchFamily="34" charset="0"/>
                <a:ea typeface="Calibri" pitchFamily="34" charset="-122"/>
                <a:cs typeface="Calibri" pitchFamily="34" charset="-120"/>
              </a:rPr>
              <a:t>160102691</a:t>
            </a:r>
            <a:endParaRPr lang="en-US" sz="850"/>
          </a:p>
        </p:txBody>
      </p:sp>
      <p:sp>
        <p:nvSpPr>
          <p:cNvPr id="24" name="Shape 22"/>
          <p:cNvSpPr/>
          <p:nvPr/>
        </p:nvSpPr>
        <p:spPr>
          <a:xfrm>
            <a:off x="6126480" y="1325880"/>
            <a:ext cx="914400" cy="329184"/>
          </a:xfrm>
          <a:prstGeom prst="rect">
            <a:avLst/>
          </a:prstGeom>
          <a:solidFill>
            <a:srgbClr val="DBEAFE"/>
          </a:solidFill>
          <a:ln w="6350">
            <a:solidFill>
              <a:srgbClr val="CBD5E1"/>
            </a:solidFill>
            <a:prstDash val="solid"/>
          </a:ln>
        </p:spPr>
        <p:txBody>
          <a:bodyPr/>
          <a:lstStyle/>
          <a:p>
            <a:endParaRPr lang="en-US"/>
          </a:p>
        </p:txBody>
      </p:sp>
      <p:sp>
        <p:nvSpPr>
          <p:cNvPr id="25" name="Text 23"/>
          <p:cNvSpPr/>
          <p:nvPr/>
        </p:nvSpPr>
        <p:spPr>
          <a:xfrm>
            <a:off x="6126480" y="1325880"/>
            <a:ext cx="914400" cy="329184"/>
          </a:xfrm>
          <a:prstGeom prst="rect">
            <a:avLst/>
          </a:prstGeom>
          <a:noFill/>
          <a:ln/>
        </p:spPr>
        <p:txBody>
          <a:bodyPr wrap="square" lIns="0" tIns="0" rIns="0" bIns="0" rtlCol="0" anchor="ctr"/>
          <a:lstStyle/>
          <a:p>
            <a:pPr marL="0" indent="0" algn="ctr">
              <a:buNone/>
            </a:pPr>
            <a:r>
              <a:rPr lang="en-US" sz="850">
                <a:solidFill>
                  <a:srgbClr val="1B2A4A"/>
                </a:solidFill>
                <a:latin typeface="Calibri" pitchFamily="34" charset="0"/>
                <a:ea typeface="Calibri" pitchFamily="34" charset="-122"/>
                <a:cs typeface="Calibri" pitchFamily="34" charset="-120"/>
              </a:rPr>
              <a:t>431</a:t>
            </a:r>
            <a:endParaRPr lang="en-US" sz="850"/>
          </a:p>
        </p:txBody>
      </p:sp>
      <p:sp>
        <p:nvSpPr>
          <p:cNvPr id="26" name="Shape 24"/>
          <p:cNvSpPr/>
          <p:nvPr/>
        </p:nvSpPr>
        <p:spPr>
          <a:xfrm>
            <a:off x="7040880" y="1325880"/>
            <a:ext cx="914400" cy="329184"/>
          </a:xfrm>
          <a:prstGeom prst="rect">
            <a:avLst/>
          </a:prstGeom>
          <a:solidFill>
            <a:srgbClr val="DBEAFE"/>
          </a:solidFill>
          <a:ln w="6350">
            <a:solidFill>
              <a:srgbClr val="CBD5E1"/>
            </a:solidFill>
            <a:prstDash val="solid"/>
          </a:ln>
        </p:spPr>
        <p:txBody>
          <a:bodyPr/>
          <a:lstStyle/>
          <a:p>
            <a:endParaRPr lang="en-US"/>
          </a:p>
        </p:txBody>
      </p:sp>
      <p:sp>
        <p:nvSpPr>
          <p:cNvPr id="27" name="Text 25"/>
          <p:cNvSpPr/>
          <p:nvPr/>
        </p:nvSpPr>
        <p:spPr>
          <a:xfrm>
            <a:off x="7040880" y="1325880"/>
            <a:ext cx="914400" cy="329184"/>
          </a:xfrm>
          <a:prstGeom prst="rect">
            <a:avLst/>
          </a:prstGeom>
          <a:noFill/>
          <a:ln/>
        </p:spPr>
        <p:txBody>
          <a:bodyPr wrap="square" lIns="0" tIns="0" rIns="0" bIns="0" rtlCol="0" anchor="ctr"/>
          <a:lstStyle/>
          <a:p>
            <a:pPr marL="0" indent="0" algn="ctr">
              <a:buNone/>
            </a:pPr>
            <a:r>
              <a:rPr lang="en-US" sz="850">
                <a:solidFill>
                  <a:srgbClr val="1B2A4A"/>
                </a:solidFill>
                <a:latin typeface="Calibri" pitchFamily="34" charset="0"/>
                <a:ea typeface="Calibri" pitchFamily="34" charset="-122"/>
                <a:cs typeface="Calibri" pitchFamily="34" charset="-120"/>
              </a:rPr>
              <a:t>589.2B µs</a:t>
            </a:r>
            <a:endParaRPr lang="en-US" sz="850"/>
          </a:p>
        </p:txBody>
      </p:sp>
      <p:sp>
        <p:nvSpPr>
          <p:cNvPr id="28" name="Shape 26"/>
          <p:cNvSpPr/>
          <p:nvPr/>
        </p:nvSpPr>
        <p:spPr>
          <a:xfrm>
            <a:off x="7955280" y="1325880"/>
            <a:ext cx="914400" cy="329184"/>
          </a:xfrm>
          <a:prstGeom prst="rect">
            <a:avLst/>
          </a:prstGeom>
          <a:solidFill>
            <a:srgbClr val="DBEAFE"/>
          </a:solidFill>
          <a:ln w="6350">
            <a:solidFill>
              <a:srgbClr val="CBD5E1"/>
            </a:solidFill>
            <a:prstDash val="solid"/>
          </a:ln>
        </p:spPr>
        <p:txBody>
          <a:bodyPr/>
          <a:lstStyle/>
          <a:p>
            <a:endParaRPr lang="en-US"/>
          </a:p>
        </p:txBody>
      </p:sp>
      <p:sp>
        <p:nvSpPr>
          <p:cNvPr id="29" name="Text 27"/>
          <p:cNvSpPr/>
          <p:nvPr/>
        </p:nvSpPr>
        <p:spPr>
          <a:xfrm>
            <a:off x="7955280" y="1325880"/>
            <a:ext cx="914400" cy="329184"/>
          </a:xfrm>
          <a:prstGeom prst="rect">
            <a:avLst/>
          </a:prstGeom>
          <a:noFill/>
          <a:ln/>
        </p:spPr>
        <p:txBody>
          <a:bodyPr wrap="square" lIns="0" tIns="0" rIns="0" bIns="0" rtlCol="0" anchor="ctr"/>
          <a:lstStyle/>
          <a:p>
            <a:pPr marL="0" indent="0" algn="ctr">
              <a:buNone/>
            </a:pPr>
            <a:r>
              <a:rPr lang="en-US" sz="850">
                <a:solidFill>
                  <a:srgbClr val="1B2A4A"/>
                </a:solidFill>
                <a:latin typeface="Calibri" pitchFamily="34" charset="0"/>
                <a:ea typeface="Calibri" pitchFamily="34" charset="-122"/>
                <a:cs typeface="Calibri" pitchFamily="34" charset="-120"/>
              </a:rPr>
              <a:t>4 (EVICT)</a:t>
            </a:r>
            <a:endParaRPr lang="en-US" sz="850"/>
          </a:p>
        </p:txBody>
      </p:sp>
      <p:sp>
        <p:nvSpPr>
          <p:cNvPr id="30" name="Text 28"/>
          <p:cNvSpPr/>
          <p:nvPr/>
        </p:nvSpPr>
        <p:spPr>
          <a:xfrm>
            <a:off x="8046720" y="4892040"/>
            <a:ext cx="914400" cy="182880"/>
          </a:xfrm>
          <a:prstGeom prst="rect">
            <a:avLst/>
          </a:prstGeom>
          <a:noFill/>
          <a:ln/>
        </p:spPr>
        <p:txBody>
          <a:bodyPr wrap="square" rtlCol="0" anchor="ctr"/>
          <a:lstStyle/>
          <a:p>
            <a:pPr marL="0" indent="0" algn="r">
              <a:buNone/>
            </a:pPr>
            <a:r>
              <a:rPr lang="en-US" sz="900">
                <a:solidFill>
                  <a:srgbClr val="64748B"/>
                </a:solidFill>
                <a:latin typeface="Calibri" pitchFamily="34" charset="0"/>
                <a:ea typeface="Calibri" pitchFamily="34" charset="-122"/>
                <a:cs typeface="Calibri" pitchFamily="34" charset="-120"/>
              </a:rPr>
              <a:t>5 / 12</a:t>
            </a:r>
            <a:endParaRPr lang="en-US" sz="900"/>
          </a:p>
        </p:txBody>
      </p:sp>
      <p:sp>
        <p:nvSpPr>
          <p:cNvPr id="31" name="Text 29"/>
          <p:cNvSpPr/>
          <p:nvPr/>
        </p:nvSpPr>
        <p:spPr>
          <a:xfrm>
            <a:off x="365760" y="4892040"/>
            <a:ext cx="5486400" cy="182880"/>
          </a:xfrm>
          <a:prstGeom prst="rect">
            <a:avLst/>
          </a:prstGeom>
          <a:noFill/>
          <a:ln/>
        </p:spPr>
        <p:txBody>
          <a:bodyPr wrap="square" rtlCol="0" anchor="ctr"/>
          <a:lstStyle/>
          <a:p>
            <a:pPr marL="0" indent="0" algn="l">
              <a:buNone/>
            </a:pPr>
            <a:r>
              <a:rPr lang="en-CA" sz="900">
                <a:solidFill>
                  <a:srgbClr val="64748B"/>
                </a:solidFill>
                <a:latin typeface="Calibri" pitchFamily="34" charset="0"/>
                <a:ea typeface="Calibri" pitchFamily="34" charset="-122"/>
                <a:cs typeface="Calibri" pitchFamily="34" charset="-120"/>
              </a:rPr>
              <a:t>Data Extraction — LSTM Master Table</a:t>
            </a:r>
            <a:endParaRPr lang="en-US" sz="9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w="12700">
            <a:solidFill>
              <a:srgbClr val="1B2A4A"/>
            </a:solidFill>
            <a:prstDash val="solid"/>
          </a:ln>
        </p:spPr>
        <p:txBody>
          <a:bodyPr/>
          <a:lstStyle/>
          <a:p>
            <a:endParaRPr lang="en-US"/>
          </a:p>
        </p:txBody>
      </p:sp>
      <p:sp>
        <p:nvSpPr>
          <p:cNvPr id="3" name="Text 1"/>
          <p:cNvSpPr/>
          <p:nvPr/>
        </p:nvSpPr>
        <p:spPr>
          <a:xfrm>
            <a:off x="365760" y="0"/>
            <a:ext cx="7498080" cy="658368"/>
          </a:xfrm>
          <a:prstGeom prst="rect">
            <a:avLst/>
          </a:prstGeom>
          <a:noFill/>
          <a:ln/>
        </p:spPr>
        <p:txBody>
          <a:bodyPr wrap="square" lIns="0" tIns="0" rIns="0" bIns="0" rtlCol="0" anchor="ctr"/>
          <a:lstStyle/>
          <a:p>
            <a:pPr marL="0" indent="0">
              <a:buNone/>
            </a:pPr>
            <a:r>
              <a:rPr lang="en-US" sz="2000" b="1">
                <a:solidFill>
                  <a:srgbClr val="FFFFFF"/>
                </a:solidFill>
                <a:latin typeface="Calibri" pitchFamily="34" charset="0"/>
                <a:ea typeface="Calibri" pitchFamily="34" charset="-122"/>
                <a:cs typeface="Calibri" pitchFamily="34" charset="-120"/>
              </a:rPr>
              <a:t>CTE 4 — inst_requests  ·  instance_events</a:t>
            </a:r>
            <a:endParaRPr lang="en-US" sz="2000"/>
          </a:p>
        </p:txBody>
      </p:sp>
      <p:sp>
        <p:nvSpPr>
          <p:cNvPr id="4" name="Shape 2"/>
          <p:cNvSpPr/>
          <p:nvPr/>
        </p:nvSpPr>
        <p:spPr>
          <a:xfrm>
            <a:off x="6858000" y="109728"/>
            <a:ext cx="1920240" cy="237744"/>
          </a:xfrm>
          <a:prstGeom prst="rect">
            <a:avLst/>
          </a:prstGeom>
          <a:solidFill>
            <a:srgbClr val="2563EB">
              <a:alpha val="70000"/>
            </a:srgbClr>
          </a:solidFill>
          <a:ln w="12700">
            <a:solidFill>
              <a:srgbClr val="DBEAFE"/>
            </a:solidFill>
            <a:prstDash val="solid"/>
          </a:ln>
        </p:spPr>
        <p:txBody>
          <a:bodyPr/>
          <a:lstStyle/>
          <a:p>
            <a:endParaRPr lang="en-US"/>
          </a:p>
        </p:txBody>
      </p:sp>
      <p:sp>
        <p:nvSpPr>
          <p:cNvPr id="5" name="Text 3"/>
          <p:cNvSpPr/>
          <p:nvPr/>
        </p:nvSpPr>
        <p:spPr>
          <a:xfrm>
            <a:off x="6858000" y="109728"/>
            <a:ext cx="1920240" cy="237744"/>
          </a:xfrm>
          <a:prstGeom prst="rect">
            <a:avLst/>
          </a:prstGeom>
          <a:noFill/>
          <a:ln/>
        </p:spPr>
        <p:txBody>
          <a:bodyPr wrap="square" lIns="0" tIns="0" rIns="0" bIns="0" rtlCol="0" anchor="ctr"/>
          <a:lstStyle/>
          <a:p>
            <a:pPr marL="0" indent="0" algn="ctr">
              <a:buNone/>
            </a:pPr>
            <a:r>
              <a:rPr lang="en-US" sz="800" i="1">
                <a:solidFill>
                  <a:srgbClr val="FFFFFF"/>
                </a:solidFill>
                <a:latin typeface="Calibri" pitchFamily="34" charset="0"/>
                <a:ea typeface="Calibri" pitchFamily="34" charset="-122"/>
                <a:cs typeface="Calibri" pitchFamily="34" charset="-120"/>
              </a:rPr>
              <a:t>src: instance_events</a:t>
            </a:r>
            <a:endParaRPr lang="en-US" sz="800"/>
          </a:p>
        </p:txBody>
      </p:sp>
      <p:sp>
        <p:nvSpPr>
          <p:cNvPr id="6" name="Shape 4"/>
          <p:cNvSpPr/>
          <p:nvPr/>
        </p:nvSpPr>
        <p:spPr>
          <a:xfrm>
            <a:off x="7070038" y="777240"/>
            <a:ext cx="1508760" cy="237744"/>
          </a:xfrm>
          <a:prstGeom prst="rect">
            <a:avLst/>
          </a:prstGeom>
          <a:solidFill>
            <a:srgbClr val="7C3AED"/>
          </a:solidFill>
          <a:ln w="12700">
            <a:solidFill>
              <a:srgbClr val="7C3AED"/>
            </a:solidFill>
            <a:prstDash val="solid"/>
          </a:ln>
        </p:spPr>
        <p:txBody>
          <a:bodyPr/>
          <a:lstStyle/>
          <a:p>
            <a:endParaRPr lang="en-US"/>
          </a:p>
        </p:txBody>
      </p:sp>
      <p:sp>
        <p:nvSpPr>
          <p:cNvPr id="7" name="Text 5"/>
          <p:cNvSpPr/>
          <p:nvPr/>
        </p:nvSpPr>
        <p:spPr>
          <a:xfrm>
            <a:off x="7070038" y="777240"/>
            <a:ext cx="1508760" cy="237744"/>
          </a:xfrm>
          <a:prstGeom prst="rect">
            <a:avLst/>
          </a:prstGeom>
          <a:noFill/>
          <a:ln/>
        </p:spPr>
        <p:txBody>
          <a:bodyPr wrap="square" lIns="0" tIns="0" rIns="0" bIns="0" rtlCol="0" anchor="ctr"/>
          <a:lstStyle/>
          <a:p>
            <a:pPr marL="0" indent="0" algn="ctr">
              <a:buNone/>
            </a:pPr>
            <a:r>
              <a:rPr lang="en-US" sz="850" b="1" kern="0" spc="100">
                <a:solidFill>
                  <a:srgbClr val="FFFFFF"/>
                </a:solidFill>
                <a:latin typeface="Calibri" pitchFamily="34" charset="0"/>
                <a:ea typeface="Calibri" pitchFamily="34" charset="-122"/>
                <a:cs typeface="Calibri" pitchFamily="34" charset="-120"/>
              </a:rPr>
              <a:t>LEFT JOIN</a:t>
            </a:r>
            <a:endParaRPr lang="en-US" sz="850"/>
          </a:p>
        </p:txBody>
      </p:sp>
      <p:sp>
        <p:nvSpPr>
          <p:cNvPr id="8" name="Text 6"/>
          <p:cNvSpPr/>
          <p:nvPr/>
        </p:nvSpPr>
        <p:spPr>
          <a:xfrm>
            <a:off x="365760" y="1797655"/>
            <a:ext cx="4114800" cy="256032"/>
          </a:xfrm>
          <a:prstGeom prst="rect">
            <a:avLst/>
          </a:prstGeom>
          <a:noFill/>
          <a:ln/>
        </p:spPr>
        <p:txBody>
          <a:bodyPr wrap="square" rtlCol="0" anchor="ctr"/>
          <a:lstStyle/>
          <a:p>
            <a:pPr marL="0" indent="0">
              <a:buNone/>
            </a:pPr>
            <a:r>
              <a:rPr lang="en-US" sz="1150" b="1">
                <a:solidFill>
                  <a:srgbClr val="1B2A4A"/>
                </a:solidFill>
                <a:latin typeface="Calibri" pitchFamily="34" charset="0"/>
                <a:ea typeface="Calibri" pitchFamily="34" charset="-122"/>
                <a:cs typeface="Calibri" pitchFamily="34" charset="-120"/>
              </a:rPr>
              <a:t>What this step does</a:t>
            </a:r>
            <a:endParaRPr lang="en-US" sz="1150"/>
          </a:p>
        </p:txBody>
      </p:sp>
      <p:sp>
        <p:nvSpPr>
          <p:cNvPr id="9" name="Text 7"/>
          <p:cNvSpPr/>
          <p:nvPr/>
        </p:nvSpPr>
        <p:spPr>
          <a:xfrm>
            <a:off x="365760" y="2099407"/>
            <a:ext cx="4663440" cy="1591056"/>
          </a:xfrm>
          <a:prstGeom prst="rect">
            <a:avLst/>
          </a:prstGeom>
          <a:noFill/>
          <a:ln/>
        </p:spPr>
        <p:txBody>
          <a:bodyPr wrap="square" rtlCol="0" anchor="ctr"/>
          <a:lstStyle/>
          <a:p>
            <a:pPr marL="342900" indent="-342900">
              <a:buSzPct val="100000"/>
              <a:buChar char="•"/>
            </a:pPr>
            <a:r>
              <a:rPr lang="en-US" sz="1100">
                <a:solidFill>
                  <a:srgbClr val="1E293B"/>
                </a:solidFill>
                <a:latin typeface="Calibri" pitchFamily="34" charset="0"/>
                <a:ea typeface="Calibri" pitchFamily="34" charset="-122"/>
                <a:cs typeface="Calibri" pitchFamily="34" charset="-120"/>
              </a:rPr>
              <a:t>Reads </a:t>
            </a:r>
            <a:r>
              <a:rPr lang="en-US" sz="1100">
                <a:solidFill>
                  <a:srgbClr val="1E293B"/>
                </a:solidFill>
                <a:highlight>
                  <a:srgbClr val="FFFF00"/>
                </a:highlight>
                <a:latin typeface="Calibri" pitchFamily="34" charset="0"/>
                <a:ea typeface="Calibri" pitchFamily="34" charset="-122"/>
                <a:cs typeface="Calibri" pitchFamily="34" charset="-120"/>
              </a:rPr>
              <a:t>SUBMIT events (type=0) </a:t>
            </a:r>
            <a:r>
              <a:rPr lang="en-US" sz="1100">
                <a:solidFill>
                  <a:srgbClr val="1E293B"/>
                </a:solidFill>
                <a:latin typeface="Calibri" pitchFamily="34" charset="0"/>
                <a:ea typeface="Calibri" pitchFamily="34" charset="-122"/>
                <a:cs typeface="Calibri" pitchFamily="34" charset="-120"/>
              </a:rPr>
              <a:t>— the moment a user declares how much CPU and memory the container needs</a:t>
            </a:r>
          </a:p>
          <a:p>
            <a:pPr marL="342900" indent="-342900">
              <a:buSzPct val="100000"/>
              <a:buChar char="•"/>
            </a:pPr>
            <a:endParaRPr lang="en-US" sz="1100"/>
          </a:p>
          <a:p>
            <a:pPr marL="342900" indent="-342900">
              <a:buSzPct val="100000"/>
              <a:buChar char="•"/>
            </a:pPr>
            <a:r>
              <a:rPr lang="en-US" sz="1100">
                <a:solidFill>
                  <a:srgbClr val="1E293B"/>
                </a:solidFill>
                <a:highlight>
                  <a:srgbClr val="FFFF00"/>
                </a:highlight>
                <a:latin typeface="Calibri" pitchFamily="34" charset="0"/>
                <a:ea typeface="Calibri" pitchFamily="34" charset="-122"/>
                <a:cs typeface="Calibri" pitchFamily="34" charset="-120"/>
              </a:rPr>
              <a:t>req_cpu </a:t>
            </a:r>
            <a:r>
              <a:rPr lang="en-US" sz="1100">
                <a:solidFill>
                  <a:srgbClr val="1E293B"/>
                </a:solidFill>
                <a:latin typeface="Calibri" pitchFamily="34" charset="0"/>
                <a:ea typeface="Calibri" pitchFamily="34" charset="-122"/>
                <a:cs typeface="Calibri" pitchFamily="34" charset="-120"/>
              </a:rPr>
              <a:t>(EDA correlation 0.50 with max_cpu) and </a:t>
            </a:r>
            <a:r>
              <a:rPr lang="en-US" sz="1100">
                <a:solidFill>
                  <a:srgbClr val="1E293B"/>
                </a:solidFill>
                <a:highlight>
                  <a:srgbClr val="FFFF00"/>
                </a:highlight>
                <a:latin typeface="Calibri" pitchFamily="34" charset="0"/>
                <a:ea typeface="Calibri" pitchFamily="34" charset="-122"/>
                <a:cs typeface="Calibri" pitchFamily="34" charset="-120"/>
              </a:rPr>
              <a:t>req_memory </a:t>
            </a:r>
            <a:r>
              <a:rPr lang="en-US" sz="1100">
                <a:solidFill>
                  <a:srgbClr val="1E293B"/>
                </a:solidFill>
                <a:latin typeface="Calibri" pitchFamily="34" charset="0"/>
                <a:ea typeface="Calibri" pitchFamily="34" charset="-122"/>
                <a:cs typeface="Calibri" pitchFamily="34" charset="-120"/>
              </a:rPr>
              <a:t>define the overcommitment headroom the optimiser can exploit</a:t>
            </a:r>
          </a:p>
          <a:p>
            <a:pPr marL="342900" indent="-342900">
              <a:buSzPct val="100000"/>
              <a:buChar char="•"/>
            </a:pPr>
            <a:endParaRPr lang="en-US" sz="1100"/>
          </a:p>
          <a:p>
            <a:pPr marL="342900" indent="-342900">
              <a:buSzPct val="100000"/>
              <a:buChar char="•"/>
            </a:pPr>
            <a:r>
              <a:rPr lang="en-US" sz="1100">
                <a:solidFill>
                  <a:srgbClr val="1E293B"/>
                </a:solidFill>
                <a:highlight>
                  <a:srgbClr val="FFFF00"/>
                </a:highlight>
                <a:latin typeface="Calibri" pitchFamily="34" charset="0"/>
                <a:ea typeface="Calibri" pitchFamily="34" charset="-122"/>
                <a:cs typeface="Calibri" pitchFamily="34" charset="-120"/>
              </a:rPr>
              <a:t>scheduling_class and priority </a:t>
            </a:r>
            <a:r>
              <a:rPr lang="en-US" sz="1100">
                <a:solidFill>
                  <a:srgbClr val="1E293B"/>
                </a:solidFill>
                <a:latin typeface="Calibri" pitchFamily="34" charset="0"/>
                <a:ea typeface="Calibri" pitchFamily="34" charset="-122"/>
                <a:cs typeface="Calibri" pitchFamily="34" charset="-120"/>
              </a:rPr>
              <a:t>are captured here — class 3 (latency-sensitive) requires tighter LSTM prediction intervals than class 0–2 (batch)</a:t>
            </a:r>
          </a:p>
        </p:txBody>
      </p:sp>
      <p:sp>
        <p:nvSpPr>
          <p:cNvPr id="12" name="Shape 10"/>
          <p:cNvSpPr/>
          <p:nvPr/>
        </p:nvSpPr>
        <p:spPr>
          <a:xfrm>
            <a:off x="4966918" y="777240"/>
            <a:ext cx="3657600" cy="274320"/>
          </a:xfrm>
          <a:prstGeom prst="rect">
            <a:avLst/>
          </a:prstGeom>
          <a:solidFill>
            <a:srgbClr val="1B2A4A"/>
          </a:solidFill>
          <a:ln w="12700">
            <a:solidFill>
              <a:srgbClr val="1B2A4A"/>
            </a:solidFill>
            <a:prstDash val="solid"/>
          </a:ln>
        </p:spPr>
        <p:txBody>
          <a:bodyPr/>
          <a:lstStyle/>
          <a:p>
            <a:endParaRPr lang="en-US"/>
          </a:p>
        </p:txBody>
      </p:sp>
      <p:sp>
        <p:nvSpPr>
          <p:cNvPr id="13" name="Text 11"/>
          <p:cNvSpPr/>
          <p:nvPr/>
        </p:nvSpPr>
        <p:spPr>
          <a:xfrm>
            <a:off x="4966918" y="777240"/>
            <a:ext cx="3657600" cy="274320"/>
          </a:xfrm>
          <a:prstGeom prst="rect">
            <a:avLst/>
          </a:prstGeom>
          <a:noFill/>
          <a:ln/>
        </p:spPr>
        <p:txBody>
          <a:bodyPr wrap="square" lIns="0" tIns="0" rIns="0" bIns="0" rtlCol="0" anchor="ctr"/>
          <a:lstStyle/>
          <a:p>
            <a:pPr marL="0" indent="0" algn="ctr">
              <a:buNone/>
            </a:pPr>
            <a:r>
              <a:rPr lang="en-US" sz="950" b="1">
                <a:solidFill>
                  <a:srgbClr val="FFFFFF"/>
                </a:solidFill>
                <a:latin typeface="Calibri" pitchFamily="34" charset="0"/>
                <a:ea typeface="Calibri" pitchFamily="34" charset="-122"/>
                <a:cs typeface="Calibri" pitchFamily="34" charset="-120"/>
              </a:rPr>
              <a:t>Example output row</a:t>
            </a:r>
            <a:endParaRPr lang="en-US" sz="950"/>
          </a:p>
        </p:txBody>
      </p:sp>
      <p:sp>
        <p:nvSpPr>
          <p:cNvPr id="34" name="Text 32"/>
          <p:cNvSpPr/>
          <p:nvPr/>
        </p:nvSpPr>
        <p:spPr>
          <a:xfrm>
            <a:off x="8046720" y="4892040"/>
            <a:ext cx="914400" cy="182880"/>
          </a:xfrm>
          <a:prstGeom prst="rect">
            <a:avLst/>
          </a:prstGeom>
          <a:noFill/>
          <a:ln/>
        </p:spPr>
        <p:txBody>
          <a:bodyPr wrap="square" rtlCol="0" anchor="ctr"/>
          <a:lstStyle/>
          <a:p>
            <a:pPr marL="0" indent="0" algn="r">
              <a:buNone/>
            </a:pPr>
            <a:r>
              <a:rPr lang="en-US" sz="900">
                <a:solidFill>
                  <a:srgbClr val="64748B"/>
                </a:solidFill>
                <a:latin typeface="Calibri" pitchFamily="34" charset="0"/>
                <a:ea typeface="Calibri" pitchFamily="34" charset="-122"/>
                <a:cs typeface="Calibri" pitchFamily="34" charset="-120"/>
              </a:rPr>
              <a:t>6 / 12</a:t>
            </a:r>
            <a:endParaRPr lang="en-US" sz="900"/>
          </a:p>
        </p:txBody>
      </p:sp>
      <p:sp>
        <p:nvSpPr>
          <p:cNvPr id="35" name="Text 33"/>
          <p:cNvSpPr/>
          <p:nvPr/>
        </p:nvSpPr>
        <p:spPr>
          <a:xfrm>
            <a:off x="365760" y="4892040"/>
            <a:ext cx="5486400" cy="182880"/>
          </a:xfrm>
          <a:prstGeom prst="rect">
            <a:avLst/>
          </a:prstGeom>
          <a:noFill/>
          <a:ln/>
        </p:spPr>
        <p:txBody>
          <a:bodyPr wrap="square" rtlCol="0" anchor="ctr"/>
          <a:lstStyle/>
          <a:p>
            <a:pPr marL="0" indent="0" algn="l">
              <a:buNone/>
            </a:pPr>
            <a:r>
              <a:rPr lang="en-CA" sz="900">
                <a:solidFill>
                  <a:srgbClr val="64748B"/>
                </a:solidFill>
                <a:latin typeface="Calibri" pitchFamily="34" charset="0"/>
                <a:ea typeface="Calibri" pitchFamily="34" charset="-122"/>
                <a:cs typeface="Calibri" pitchFamily="34" charset="-120"/>
              </a:rPr>
              <a:t>Data Extraction — LSTM Master Table</a:t>
            </a:r>
            <a:endParaRPr lang="en-US" sz="900"/>
          </a:p>
        </p:txBody>
      </p:sp>
      <p:graphicFrame>
        <p:nvGraphicFramePr>
          <p:cNvPr id="36" name="Table 35">
            <a:extLst>
              <a:ext uri="{FF2B5EF4-FFF2-40B4-BE49-F238E27FC236}">
                <a16:creationId xmlns:a16="http://schemas.microsoft.com/office/drawing/2014/main" id="{1118B716-B7BC-465C-8713-A254AE14B27A}"/>
              </a:ext>
            </a:extLst>
          </p:cNvPr>
          <p:cNvGraphicFramePr>
            <a:graphicFrameLocks noGrp="1"/>
          </p:cNvGraphicFramePr>
          <p:nvPr>
            <p:extLst>
              <p:ext uri="{D42A27DB-BD31-4B8C-83A1-F6EECF244321}">
                <p14:modId xmlns:p14="http://schemas.microsoft.com/office/powerpoint/2010/main" val="1873995168"/>
              </p:ext>
            </p:extLst>
          </p:nvPr>
        </p:nvGraphicFramePr>
        <p:xfrm>
          <a:off x="4966918" y="1051559"/>
          <a:ext cx="3931920" cy="883256"/>
        </p:xfrm>
        <a:graphic>
          <a:graphicData uri="http://schemas.openxmlformats.org/drawingml/2006/table">
            <a:tbl>
              <a:tblPr firstRow="1" firstCol="1" bandRow="1">
                <a:tableStyleId>{5C22544A-7EE6-4342-B048-85BDC9FD1C3A}</a:tableStyleId>
              </a:tblPr>
              <a:tblGrid>
                <a:gridCol w="655320">
                  <a:extLst>
                    <a:ext uri="{9D8B030D-6E8A-4147-A177-3AD203B41FA5}">
                      <a16:colId xmlns:a16="http://schemas.microsoft.com/office/drawing/2014/main" val="595067532"/>
                    </a:ext>
                  </a:extLst>
                </a:gridCol>
                <a:gridCol w="831574">
                  <a:extLst>
                    <a:ext uri="{9D8B030D-6E8A-4147-A177-3AD203B41FA5}">
                      <a16:colId xmlns:a16="http://schemas.microsoft.com/office/drawing/2014/main" val="3082934032"/>
                    </a:ext>
                  </a:extLst>
                </a:gridCol>
                <a:gridCol w="479066">
                  <a:extLst>
                    <a:ext uri="{9D8B030D-6E8A-4147-A177-3AD203B41FA5}">
                      <a16:colId xmlns:a16="http://schemas.microsoft.com/office/drawing/2014/main" val="2362953235"/>
                    </a:ext>
                  </a:extLst>
                </a:gridCol>
                <a:gridCol w="655320">
                  <a:extLst>
                    <a:ext uri="{9D8B030D-6E8A-4147-A177-3AD203B41FA5}">
                      <a16:colId xmlns:a16="http://schemas.microsoft.com/office/drawing/2014/main" val="2337589431"/>
                    </a:ext>
                  </a:extLst>
                </a:gridCol>
                <a:gridCol w="442623">
                  <a:extLst>
                    <a:ext uri="{9D8B030D-6E8A-4147-A177-3AD203B41FA5}">
                      <a16:colId xmlns:a16="http://schemas.microsoft.com/office/drawing/2014/main" val="1844251520"/>
                    </a:ext>
                  </a:extLst>
                </a:gridCol>
                <a:gridCol w="868017">
                  <a:extLst>
                    <a:ext uri="{9D8B030D-6E8A-4147-A177-3AD203B41FA5}">
                      <a16:colId xmlns:a16="http://schemas.microsoft.com/office/drawing/2014/main" val="3404401542"/>
                    </a:ext>
                  </a:extLst>
                </a:gridCol>
              </a:tblGrid>
              <a:tr h="220814">
                <a:tc>
                  <a:txBody>
                    <a:bodyPr/>
                    <a:lstStyle/>
                    <a:p>
                      <a:pPr algn="ctr" fontAlgn="base">
                        <a:lnSpc>
                          <a:spcPct val="115000"/>
                        </a:lnSpc>
                        <a:spcAft>
                          <a:spcPts val="800"/>
                        </a:spcAft>
                      </a:pPr>
                      <a:r>
                        <a:rPr lang="en-US" sz="900">
                          <a:effectLst/>
                        </a:rPr>
                        <a:t>collection_id</a:t>
                      </a:r>
                      <a:r>
                        <a:rPr lang="en-CA" sz="900">
                          <a:effectLst/>
                        </a:rPr>
                        <a:t> </a:t>
                      </a:r>
                      <a:endParaRPr lang="en-CA" sz="105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algn="ctr" fontAlgn="base">
                        <a:lnSpc>
                          <a:spcPct val="115000"/>
                        </a:lnSpc>
                        <a:spcAft>
                          <a:spcPts val="800"/>
                        </a:spcAft>
                      </a:pPr>
                      <a:r>
                        <a:rPr lang="en-US" sz="900">
                          <a:effectLst/>
                        </a:rPr>
                        <a:t>instance_index</a:t>
                      </a:r>
                      <a:r>
                        <a:rPr lang="en-CA" sz="900">
                          <a:effectLst/>
                        </a:rPr>
                        <a:t> </a:t>
                      </a:r>
                      <a:endParaRPr lang="en-CA" sz="105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algn="ctr" fontAlgn="base">
                        <a:lnSpc>
                          <a:spcPct val="115000"/>
                        </a:lnSpc>
                        <a:spcAft>
                          <a:spcPts val="800"/>
                        </a:spcAft>
                      </a:pPr>
                      <a:r>
                        <a:rPr lang="en-US" sz="900">
                          <a:effectLst/>
                        </a:rPr>
                        <a:t>req_cpu</a:t>
                      </a:r>
                      <a:r>
                        <a:rPr lang="en-CA" sz="900">
                          <a:effectLst/>
                        </a:rPr>
                        <a:t> </a:t>
                      </a:r>
                      <a:endParaRPr lang="en-CA" sz="105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algn="ctr" fontAlgn="base">
                        <a:lnSpc>
                          <a:spcPct val="115000"/>
                        </a:lnSpc>
                        <a:spcAft>
                          <a:spcPts val="800"/>
                        </a:spcAft>
                      </a:pPr>
                      <a:r>
                        <a:rPr lang="en-US" sz="900">
                          <a:effectLst/>
                        </a:rPr>
                        <a:t>req_memory</a:t>
                      </a:r>
                      <a:r>
                        <a:rPr lang="en-CA" sz="900">
                          <a:effectLst/>
                        </a:rPr>
                        <a:t> </a:t>
                      </a:r>
                      <a:endParaRPr lang="en-CA" sz="105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algn="ctr" fontAlgn="base">
                        <a:lnSpc>
                          <a:spcPct val="115000"/>
                        </a:lnSpc>
                        <a:spcAft>
                          <a:spcPts val="800"/>
                        </a:spcAft>
                      </a:pPr>
                      <a:r>
                        <a:rPr lang="es-ES" sz="900">
                          <a:effectLst/>
                        </a:rPr>
                        <a:t>priority</a:t>
                      </a:r>
                      <a:r>
                        <a:rPr lang="en-CA" sz="900">
                          <a:effectLst/>
                        </a:rPr>
                        <a:t> </a:t>
                      </a:r>
                      <a:endParaRPr lang="en-CA" sz="105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algn="ctr" fontAlgn="base">
                        <a:lnSpc>
                          <a:spcPct val="115000"/>
                        </a:lnSpc>
                        <a:spcAft>
                          <a:spcPts val="800"/>
                        </a:spcAft>
                      </a:pPr>
                      <a:r>
                        <a:rPr lang="en-US" sz="900" err="1">
                          <a:effectLst/>
                        </a:rPr>
                        <a:t>scheduling_class</a:t>
                      </a:r>
                      <a:r>
                        <a:rPr lang="en-CA" sz="900">
                          <a:effectLst/>
                        </a:rPr>
                        <a:t> </a:t>
                      </a:r>
                      <a:endParaRPr lang="en-CA" sz="105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629001820"/>
                  </a:ext>
                </a:extLst>
              </a:tr>
              <a:tr h="220814">
                <a:tc>
                  <a:txBody>
                    <a:bodyPr/>
                    <a:lstStyle/>
                    <a:p>
                      <a:pPr fontAlgn="base">
                        <a:lnSpc>
                          <a:spcPct val="115000"/>
                        </a:lnSpc>
                        <a:spcAft>
                          <a:spcPts val="800"/>
                        </a:spcAft>
                      </a:pPr>
                      <a:r>
                        <a:rPr lang="en-CA" sz="900">
                          <a:effectLst/>
                        </a:rPr>
                        <a:t>201428 </a:t>
                      </a:r>
                      <a:endParaRPr lang="en-CA" sz="105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fontAlgn="base">
                        <a:lnSpc>
                          <a:spcPct val="115000"/>
                        </a:lnSpc>
                        <a:spcAft>
                          <a:spcPts val="800"/>
                        </a:spcAft>
                      </a:pPr>
                      <a:r>
                        <a:rPr lang="en-CA" sz="900">
                          <a:effectLst/>
                        </a:rPr>
                        <a:t>30 </a:t>
                      </a:r>
                      <a:endParaRPr lang="en-CA" sz="105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fontAlgn="base">
                        <a:lnSpc>
                          <a:spcPct val="115000"/>
                        </a:lnSpc>
                        <a:spcAft>
                          <a:spcPts val="800"/>
                        </a:spcAft>
                      </a:pPr>
                      <a:r>
                        <a:rPr lang="en-CA" sz="900">
                          <a:effectLst/>
                        </a:rPr>
                        <a:t>0.0625 </a:t>
                      </a:r>
                      <a:endParaRPr lang="en-CA" sz="105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fontAlgn="base">
                        <a:lnSpc>
                          <a:spcPct val="115000"/>
                        </a:lnSpc>
                        <a:spcAft>
                          <a:spcPts val="800"/>
                        </a:spcAft>
                      </a:pPr>
                      <a:r>
                        <a:rPr lang="en-CA" sz="900">
                          <a:effectLst/>
                        </a:rPr>
                        <a:t>0.0293 </a:t>
                      </a:r>
                      <a:endParaRPr lang="en-CA" sz="105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fontAlgn="base">
                        <a:lnSpc>
                          <a:spcPct val="115000"/>
                        </a:lnSpc>
                        <a:spcAft>
                          <a:spcPts val="800"/>
                        </a:spcAft>
                      </a:pPr>
                      <a:r>
                        <a:rPr lang="en-CA" sz="900">
                          <a:effectLst/>
                        </a:rPr>
                        <a:t>120 </a:t>
                      </a:r>
                      <a:endParaRPr lang="en-CA" sz="105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fontAlgn="base">
                        <a:lnSpc>
                          <a:spcPct val="115000"/>
                        </a:lnSpc>
                        <a:spcAft>
                          <a:spcPts val="800"/>
                        </a:spcAft>
                      </a:pPr>
                      <a:r>
                        <a:rPr lang="en-CA" sz="900">
                          <a:effectLst/>
                        </a:rPr>
                        <a:t>3 </a:t>
                      </a:r>
                      <a:endParaRPr lang="en-CA" sz="105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2332082"/>
                  </a:ext>
                </a:extLst>
              </a:tr>
              <a:tr h="220814">
                <a:tc>
                  <a:txBody>
                    <a:bodyPr/>
                    <a:lstStyle/>
                    <a:p>
                      <a:pPr fontAlgn="base">
                        <a:lnSpc>
                          <a:spcPct val="115000"/>
                        </a:lnSpc>
                        <a:spcAft>
                          <a:spcPts val="800"/>
                        </a:spcAft>
                      </a:pPr>
                      <a:r>
                        <a:rPr lang="en-CA" sz="900">
                          <a:effectLst/>
                        </a:rPr>
                        <a:t>160102691 </a:t>
                      </a:r>
                      <a:endParaRPr lang="en-CA" sz="105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fontAlgn="base">
                        <a:lnSpc>
                          <a:spcPct val="115000"/>
                        </a:lnSpc>
                        <a:spcAft>
                          <a:spcPts val="800"/>
                        </a:spcAft>
                      </a:pPr>
                      <a:r>
                        <a:rPr lang="en-CA" sz="900">
                          <a:effectLst/>
                        </a:rPr>
                        <a:t>431 </a:t>
                      </a:r>
                      <a:endParaRPr lang="en-CA" sz="105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fontAlgn="base">
                        <a:lnSpc>
                          <a:spcPct val="115000"/>
                        </a:lnSpc>
                        <a:spcAft>
                          <a:spcPts val="800"/>
                        </a:spcAft>
                      </a:pPr>
                      <a:r>
                        <a:rPr lang="en-CA" sz="900">
                          <a:effectLst/>
                        </a:rPr>
                        <a:t>0.0039 </a:t>
                      </a:r>
                      <a:endParaRPr lang="en-CA" sz="105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fontAlgn="base">
                        <a:lnSpc>
                          <a:spcPct val="115000"/>
                        </a:lnSpc>
                        <a:spcAft>
                          <a:spcPts val="800"/>
                        </a:spcAft>
                      </a:pPr>
                      <a:r>
                        <a:rPr lang="en-CA" sz="900">
                          <a:effectLst/>
                        </a:rPr>
                        <a:t>0.0024 </a:t>
                      </a:r>
                      <a:endParaRPr lang="en-CA" sz="105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fontAlgn="base">
                        <a:lnSpc>
                          <a:spcPct val="115000"/>
                        </a:lnSpc>
                        <a:spcAft>
                          <a:spcPts val="800"/>
                        </a:spcAft>
                      </a:pPr>
                      <a:r>
                        <a:rPr lang="en-CA" sz="900">
                          <a:effectLst/>
                        </a:rPr>
                        <a:t>99 </a:t>
                      </a:r>
                      <a:endParaRPr lang="en-CA" sz="105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fontAlgn="base">
                        <a:lnSpc>
                          <a:spcPct val="115000"/>
                        </a:lnSpc>
                        <a:spcAft>
                          <a:spcPts val="800"/>
                        </a:spcAft>
                      </a:pPr>
                      <a:r>
                        <a:rPr lang="en-CA" sz="900">
                          <a:effectLst/>
                        </a:rPr>
                        <a:t>0 </a:t>
                      </a:r>
                      <a:endParaRPr lang="en-CA" sz="105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3298422148"/>
                  </a:ext>
                </a:extLst>
              </a:tr>
              <a:tr h="220814">
                <a:tc>
                  <a:txBody>
                    <a:bodyPr/>
                    <a:lstStyle/>
                    <a:p>
                      <a:pPr fontAlgn="base">
                        <a:lnSpc>
                          <a:spcPct val="115000"/>
                        </a:lnSpc>
                        <a:spcAft>
                          <a:spcPts val="800"/>
                        </a:spcAft>
                      </a:pPr>
                      <a:r>
                        <a:rPr lang="en-CA" sz="900">
                          <a:effectLst/>
                        </a:rPr>
                        <a:t>1495106086 </a:t>
                      </a:r>
                      <a:endParaRPr lang="en-CA" sz="105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fontAlgn="base">
                        <a:lnSpc>
                          <a:spcPct val="115000"/>
                        </a:lnSpc>
                        <a:spcAft>
                          <a:spcPts val="800"/>
                        </a:spcAft>
                      </a:pPr>
                      <a:r>
                        <a:rPr lang="en-CA" sz="900">
                          <a:effectLst/>
                        </a:rPr>
                        <a:t>7 </a:t>
                      </a:r>
                      <a:endParaRPr lang="en-CA" sz="105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fontAlgn="base">
                        <a:lnSpc>
                          <a:spcPct val="115000"/>
                        </a:lnSpc>
                        <a:spcAft>
                          <a:spcPts val="800"/>
                        </a:spcAft>
                      </a:pPr>
                      <a:r>
                        <a:rPr lang="en-CA" sz="900">
                          <a:effectLst/>
                        </a:rPr>
                        <a:t>0.0156 </a:t>
                      </a:r>
                      <a:endParaRPr lang="en-CA" sz="105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fontAlgn="base">
                        <a:lnSpc>
                          <a:spcPct val="115000"/>
                        </a:lnSpc>
                        <a:spcAft>
                          <a:spcPts val="800"/>
                        </a:spcAft>
                      </a:pPr>
                      <a:r>
                        <a:rPr lang="en-CA" sz="900">
                          <a:effectLst/>
                        </a:rPr>
                        <a:t>0.0117 </a:t>
                      </a:r>
                      <a:endParaRPr lang="en-CA" sz="105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fontAlgn="base">
                        <a:lnSpc>
                          <a:spcPct val="115000"/>
                        </a:lnSpc>
                        <a:spcAft>
                          <a:spcPts val="800"/>
                        </a:spcAft>
                      </a:pPr>
                      <a:r>
                        <a:rPr lang="en-CA" sz="900">
                          <a:effectLst/>
                        </a:rPr>
                        <a:t>115 </a:t>
                      </a:r>
                      <a:endParaRPr lang="en-CA" sz="105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fontAlgn="base">
                        <a:lnSpc>
                          <a:spcPct val="115000"/>
                        </a:lnSpc>
                        <a:spcAft>
                          <a:spcPts val="800"/>
                        </a:spcAft>
                      </a:pPr>
                      <a:r>
                        <a:rPr lang="en-CA" sz="900">
                          <a:effectLst/>
                        </a:rPr>
                        <a:t>2 </a:t>
                      </a:r>
                      <a:endParaRPr lang="en-CA" sz="105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778808038"/>
                  </a:ext>
                </a:extLst>
              </a:tr>
            </a:tbl>
          </a:graphicData>
        </a:graphic>
      </p:graphicFrame>
      <p:sp>
        <p:nvSpPr>
          <p:cNvPr id="40" name="TextBox 39">
            <a:extLst>
              <a:ext uri="{FF2B5EF4-FFF2-40B4-BE49-F238E27FC236}">
                <a16:creationId xmlns:a16="http://schemas.microsoft.com/office/drawing/2014/main" id="{1B72F70D-CD8F-4F76-8129-1E62D873D1C4}"/>
              </a:ext>
            </a:extLst>
          </p:cNvPr>
          <p:cNvSpPr txBox="1"/>
          <p:nvPr/>
        </p:nvSpPr>
        <p:spPr>
          <a:xfrm>
            <a:off x="320040" y="777240"/>
            <a:ext cx="4588564" cy="900246"/>
          </a:xfrm>
          <a:prstGeom prst="rect">
            <a:avLst/>
          </a:prstGeom>
          <a:noFill/>
        </p:spPr>
        <p:txBody>
          <a:bodyPr wrap="square">
            <a:spAutoFit/>
          </a:bodyPr>
          <a:lstStyle/>
          <a:p>
            <a:r>
              <a:rPr lang="en-US" sz="1050" i="1">
                <a:solidFill>
                  <a:srgbClr val="64748B"/>
                </a:solidFill>
                <a:latin typeface="Calibri" pitchFamily="34" charset="0"/>
                <a:cs typeface="Calibri" pitchFamily="34" charset="-120"/>
              </a:rPr>
              <a:t>Here, we capture how much CPU and memory the instance is expected to need. These declarations are the upper bounds — the instance may be throttled (CPU) or killed (memory) if it exceeds them. One row of this CTE means: instance X of job Y was submitted with declared CPU limit </a:t>
            </a:r>
            <a:r>
              <a:rPr lang="en-US" sz="1050" i="1" err="1">
                <a:solidFill>
                  <a:srgbClr val="64748B"/>
                </a:solidFill>
                <a:latin typeface="Calibri" pitchFamily="34" charset="0"/>
                <a:cs typeface="Calibri" pitchFamily="34" charset="-120"/>
              </a:rPr>
              <a:t>req_cpu</a:t>
            </a:r>
            <a:r>
              <a:rPr lang="en-US" sz="1050" i="1">
                <a:solidFill>
                  <a:srgbClr val="64748B"/>
                </a:solidFill>
                <a:latin typeface="Calibri" pitchFamily="34" charset="0"/>
                <a:cs typeface="Calibri" pitchFamily="34" charset="-120"/>
              </a:rPr>
              <a:t>, declared memory limit </a:t>
            </a:r>
            <a:r>
              <a:rPr lang="en-US" sz="1050" i="1" err="1">
                <a:solidFill>
                  <a:srgbClr val="64748B"/>
                </a:solidFill>
                <a:latin typeface="Calibri" pitchFamily="34" charset="0"/>
                <a:cs typeface="Calibri" pitchFamily="34" charset="-120"/>
              </a:rPr>
              <a:t>req_memory</a:t>
            </a:r>
            <a:r>
              <a:rPr lang="en-US" sz="1050" i="1">
                <a:solidFill>
                  <a:srgbClr val="64748B"/>
                </a:solidFill>
                <a:latin typeface="Calibri" pitchFamily="34" charset="0"/>
                <a:cs typeface="Calibri" pitchFamily="34" charset="-120"/>
              </a:rPr>
              <a:t>, at scheduling “priority”, and latency sensitivity “</a:t>
            </a:r>
            <a:r>
              <a:rPr lang="en-US" sz="1050" i="1" err="1">
                <a:solidFill>
                  <a:srgbClr val="64748B"/>
                </a:solidFill>
                <a:latin typeface="Calibri" pitchFamily="34" charset="0"/>
                <a:cs typeface="Calibri" pitchFamily="34" charset="-120"/>
              </a:rPr>
              <a:t>scheduling_class</a:t>
            </a:r>
            <a:r>
              <a:rPr lang="en-US" sz="1050" i="1">
                <a:solidFill>
                  <a:srgbClr val="64748B"/>
                </a:solidFill>
                <a:latin typeface="Calibri" pitchFamily="34" charset="0"/>
                <a:cs typeface="Calibri" pitchFamily="34" charset="-120"/>
              </a:rPr>
              <a:t>”.</a:t>
            </a:r>
            <a:r>
              <a:rPr lang="en-CA" sz="1050" i="1">
                <a:solidFill>
                  <a:srgbClr val="64748B"/>
                </a:solidFill>
                <a:latin typeface="Calibri" pitchFamily="34" charset="0"/>
                <a:cs typeface="Calibri" pitchFamily="34" charset="-120"/>
              </a:rPr>
              <a:t>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E9AA7"/>
          </a:solidFill>
          <a:ln w="12700">
            <a:solidFill>
              <a:srgbClr val="0E9AA7"/>
            </a:solidFill>
            <a:prstDash val="solid"/>
          </a:ln>
        </p:spPr>
        <p:txBody>
          <a:bodyPr/>
          <a:lstStyle/>
          <a:p>
            <a:endParaRPr lang="en-CA"/>
          </a:p>
        </p:txBody>
      </p:sp>
      <p:sp>
        <p:nvSpPr>
          <p:cNvPr id="3" name="Shape 1"/>
          <p:cNvSpPr/>
          <p:nvPr/>
        </p:nvSpPr>
        <p:spPr>
          <a:xfrm>
            <a:off x="0" y="64008"/>
            <a:ext cx="9144000" cy="621792"/>
          </a:xfrm>
          <a:prstGeom prst="rect">
            <a:avLst/>
          </a:prstGeom>
          <a:solidFill>
            <a:srgbClr val="0D1B2A"/>
          </a:solidFill>
          <a:ln w="12700">
            <a:solidFill>
              <a:srgbClr val="0D1B2A"/>
            </a:solidFill>
            <a:prstDash val="solid"/>
          </a:ln>
        </p:spPr>
        <p:txBody>
          <a:bodyPr/>
          <a:lstStyle/>
          <a:p>
            <a:endParaRPr lang="en-CA"/>
          </a:p>
        </p:txBody>
      </p:sp>
      <p:sp>
        <p:nvSpPr>
          <p:cNvPr id="4" name="Text 2"/>
          <p:cNvSpPr/>
          <p:nvPr/>
        </p:nvSpPr>
        <p:spPr>
          <a:xfrm>
            <a:off x="365760" y="73152"/>
            <a:ext cx="8412480" cy="603504"/>
          </a:xfrm>
          <a:prstGeom prst="rect">
            <a:avLst/>
          </a:prstGeom>
          <a:noFill/>
          <a:ln/>
        </p:spPr>
        <p:txBody>
          <a:bodyPr wrap="square" rtlCol="0" anchor="ctr"/>
          <a:lstStyle/>
          <a:p>
            <a:r>
              <a:rPr lang="en-US" sz="2000" b="1">
                <a:solidFill>
                  <a:srgbClr val="FFFFFF"/>
                </a:solidFill>
                <a:latin typeface="Calibri" pitchFamily="34" charset="0"/>
                <a:ea typeface="Calibri" pitchFamily="34" charset="-122"/>
                <a:cs typeface="Calibri" pitchFamily="34" charset="-120"/>
              </a:rPr>
              <a:t>Why jobs are alive during long periods?   </a:t>
            </a:r>
            <a:r>
              <a:rPr lang="en-US" b="1" i="1">
                <a:solidFill>
                  <a:schemeClr val="accent1"/>
                </a:solidFill>
                <a:highlight>
                  <a:srgbClr val="FFFF00"/>
                </a:highlight>
                <a:latin typeface="Calibri" pitchFamily="34" charset="0"/>
                <a:ea typeface="Calibri" pitchFamily="34" charset="-122"/>
                <a:cs typeface="Calibri" pitchFamily="34" charset="-120"/>
              </a:rPr>
              <a:t>Understanding of ‘</a:t>
            </a:r>
            <a:r>
              <a:rPr lang="en-US" b="1" i="1" err="1">
                <a:solidFill>
                  <a:schemeClr val="accent1"/>
                </a:solidFill>
                <a:highlight>
                  <a:srgbClr val="FFFF00"/>
                </a:highlight>
                <a:latin typeface="Calibri" pitchFamily="34" charset="0"/>
                <a:ea typeface="Calibri" pitchFamily="34" charset="-122"/>
                <a:cs typeface="Calibri" pitchFamily="34" charset="-120"/>
              </a:rPr>
              <a:t>scheduling_class</a:t>
            </a:r>
            <a:r>
              <a:rPr lang="en-US" b="1" i="1">
                <a:solidFill>
                  <a:schemeClr val="accent1"/>
                </a:solidFill>
                <a:highlight>
                  <a:srgbClr val="FFFF00"/>
                </a:highlight>
                <a:latin typeface="Calibri" pitchFamily="34" charset="0"/>
                <a:ea typeface="Calibri" pitchFamily="34" charset="-122"/>
                <a:cs typeface="Calibri" pitchFamily="34" charset="-120"/>
              </a:rPr>
              <a:t>’</a:t>
            </a:r>
            <a:endParaRPr lang="en-US" sz="2000" i="1">
              <a:solidFill>
                <a:schemeClr val="accent1"/>
              </a:solidFill>
              <a:highlight>
                <a:srgbClr val="FFFF00"/>
              </a:highlight>
            </a:endParaRPr>
          </a:p>
        </p:txBody>
      </p:sp>
      <p:pic>
        <p:nvPicPr>
          <p:cNvPr id="6" name="Picture 5">
            <a:extLst>
              <a:ext uri="{FF2B5EF4-FFF2-40B4-BE49-F238E27FC236}">
                <a16:creationId xmlns:a16="http://schemas.microsoft.com/office/drawing/2014/main" id="{BE4CADB4-9628-4898-AA61-F26738370E2A}"/>
              </a:ext>
            </a:extLst>
          </p:cNvPr>
          <p:cNvPicPr>
            <a:picLocks noChangeAspect="1"/>
          </p:cNvPicPr>
          <p:nvPr/>
        </p:nvPicPr>
        <p:blipFill>
          <a:blip r:embed="rId3"/>
          <a:stretch>
            <a:fillRect/>
          </a:stretch>
        </p:blipFill>
        <p:spPr>
          <a:xfrm>
            <a:off x="53592" y="791683"/>
            <a:ext cx="6881951" cy="4256072"/>
          </a:xfrm>
          <a:prstGeom prst="rect">
            <a:avLst/>
          </a:prstGeom>
        </p:spPr>
      </p:pic>
      <p:sp>
        <p:nvSpPr>
          <p:cNvPr id="9" name="TextBox 8">
            <a:extLst>
              <a:ext uri="{FF2B5EF4-FFF2-40B4-BE49-F238E27FC236}">
                <a16:creationId xmlns:a16="http://schemas.microsoft.com/office/drawing/2014/main" id="{D0198ACB-AFB2-4281-804B-175BE4D6107C}"/>
              </a:ext>
            </a:extLst>
          </p:cNvPr>
          <p:cNvSpPr txBox="1"/>
          <p:nvPr/>
        </p:nvSpPr>
        <p:spPr>
          <a:xfrm>
            <a:off x="6935542" y="1279089"/>
            <a:ext cx="2009983" cy="2862322"/>
          </a:xfrm>
          <a:prstGeom prst="rect">
            <a:avLst/>
          </a:prstGeom>
          <a:noFill/>
        </p:spPr>
        <p:txBody>
          <a:bodyPr wrap="square">
            <a:spAutoFit/>
          </a:bodyPr>
          <a:lstStyle/>
          <a:p>
            <a:r>
              <a:rPr lang="en-CA" sz="1200"/>
              <a:t>The Google cluster runs two fundamentally different populations. A short transactional job (your mobile app analogy) would be a batch job: it arrives, bursts for a few minutes, and disappears from the trace. But a </a:t>
            </a:r>
            <a:r>
              <a:rPr lang="en-CA" sz="1200" i="1"/>
              <a:t>service</a:t>
            </a:r>
            <a:r>
              <a:rPr lang="en-CA" sz="1200"/>
              <a:t> — like the API server that handles all TD Bank mobile requests — runs continuously for days or months, which is why it appears across thousands of 5-minute windows. </a:t>
            </a:r>
          </a:p>
        </p:txBody>
      </p:sp>
    </p:spTree>
    <p:extLst>
      <p:ext uri="{BB962C8B-B14F-4D97-AF65-F5344CB8AC3E}">
        <p14:creationId xmlns:p14="http://schemas.microsoft.com/office/powerpoint/2010/main" val="35373697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w="12700">
            <a:solidFill>
              <a:srgbClr val="1B2A4A"/>
            </a:solidFill>
            <a:prstDash val="solid"/>
          </a:ln>
        </p:spPr>
        <p:txBody>
          <a:bodyPr/>
          <a:lstStyle/>
          <a:p>
            <a:endParaRPr lang="en-CA"/>
          </a:p>
        </p:txBody>
      </p:sp>
      <p:sp>
        <p:nvSpPr>
          <p:cNvPr id="3" name="Text 1"/>
          <p:cNvSpPr/>
          <p:nvPr/>
        </p:nvSpPr>
        <p:spPr>
          <a:xfrm>
            <a:off x="365760" y="0"/>
            <a:ext cx="7498080" cy="658368"/>
          </a:xfrm>
          <a:prstGeom prst="rect">
            <a:avLst/>
          </a:prstGeom>
          <a:noFill/>
          <a:ln/>
        </p:spPr>
        <p:txBody>
          <a:bodyPr wrap="square" lIns="0" tIns="0" rIns="0" bIns="0" rtlCol="0" anchor="ctr"/>
          <a:lstStyle/>
          <a:p>
            <a:pPr marL="0" indent="0">
              <a:buNone/>
            </a:pPr>
            <a:r>
              <a:rPr lang="en-US" sz="2000" b="1">
                <a:solidFill>
                  <a:srgbClr val="FFFFFF"/>
                </a:solidFill>
                <a:latin typeface="Calibri" pitchFamily="34" charset="0"/>
                <a:ea typeface="Calibri" pitchFamily="34" charset="-122"/>
                <a:cs typeface="Calibri" pitchFamily="34" charset="-120"/>
              </a:rPr>
              <a:t>CTE 5 — tenant_map  ·  collection_events</a:t>
            </a:r>
            <a:endParaRPr lang="en-US" sz="2000"/>
          </a:p>
        </p:txBody>
      </p:sp>
      <p:sp>
        <p:nvSpPr>
          <p:cNvPr id="4" name="Shape 2"/>
          <p:cNvSpPr/>
          <p:nvPr/>
        </p:nvSpPr>
        <p:spPr>
          <a:xfrm>
            <a:off x="6858000" y="109728"/>
            <a:ext cx="1920240" cy="237744"/>
          </a:xfrm>
          <a:prstGeom prst="rect">
            <a:avLst/>
          </a:prstGeom>
          <a:solidFill>
            <a:srgbClr val="2563EB">
              <a:alpha val="70000"/>
            </a:srgbClr>
          </a:solidFill>
          <a:ln w="12700">
            <a:solidFill>
              <a:srgbClr val="DBEAFE"/>
            </a:solidFill>
            <a:prstDash val="solid"/>
          </a:ln>
        </p:spPr>
        <p:txBody>
          <a:bodyPr/>
          <a:lstStyle/>
          <a:p>
            <a:endParaRPr lang="en-CA"/>
          </a:p>
        </p:txBody>
      </p:sp>
      <p:sp>
        <p:nvSpPr>
          <p:cNvPr id="5" name="Text 3"/>
          <p:cNvSpPr/>
          <p:nvPr/>
        </p:nvSpPr>
        <p:spPr>
          <a:xfrm>
            <a:off x="6858000" y="109728"/>
            <a:ext cx="1920240" cy="237744"/>
          </a:xfrm>
          <a:prstGeom prst="rect">
            <a:avLst/>
          </a:prstGeom>
          <a:noFill/>
          <a:ln/>
        </p:spPr>
        <p:txBody>
          <a:bodyPr wrap="square" lIns="0" tIns="0" rIns="0" bIns="0" rtlCol="0" anchor="ctr"/>
          <a:lstStyle/>
          <a:p>
            <a:pPr marL="0" indent="0" algn="ctr">
              <a:buNone/>
            </a:pPr>
            <a:r>
              <a:rPr lang="en-US" sz="800" i="1" err="1">
                <a:solidFill>
                  <a:srgbClr val="FFFFFF"/>
                </a:solidFill>
                <a:latin typeface="Calibri" pitchFamily="34" charset="0"/>
                <a:ea typeface="Calibri" pitchFamily="34" charset="-122"/>
                <a:cs typeface="Calibri" pitchFamily="34" charset="-120"/>
              </a:rPr>
              <a:t>src</a:t>
            </a:r>
            <a:r>
              <a:rPr lang="en-US" sz="800" i="1">
                <a:solidFill>
                  <a:srgbClr val="FFFFFF"/>
                </a:solidFill>
                <a:latin typeface="Calibri" pitchFamily="34" charset="0"/>
                <a:ea typeface="Calibri" pitchFamily="34" charset="-122"/>
                <a:cs typeface="Calibri" pitchFamily="34" charset="-120"/>
              </a:rPr>
              <a:t>: </a:t>
            </a:r>
            <a:r>
              <a:rPr lang="en-US" sz="800" i="1" err="1">
                <a:solidFill>
                  <a:srgbClr val="FFFFFF"/>
                </a:solidFill>
                <a:latin typeface="Calibri" pitchFamily="34" charset="0"/>
                <a:ea typeface="Calibri" pitchFamily="34" charset="-122"/>
                <a:cs typeface="Calibri" pitchFamily="34" charset="-120"/>
              </a:rPr>
              <a:t>collection_events</a:t>
            </a:r>
            <a:endParaRPr lang="en-US" sz="800"/>
          </a:p>
        </p:txBody>
      </p:sp>
      <p:sp>
        <p:nvSpPr>
          <p:cNvPr id="6" name="Shape 4"/>
          <p:cNvSpPr/>
          <p:nvPr/>
        </p:nvSpPr>
        <p:spPr>
          <a:xfrm>
            <a:off x="7315200" y="777240"/>
            <a:ext cx="1508760" cy="237744"/>
          </a:xfrm>
          <a:prstGeom prst="rect">
            <a:avLst/>
          </a:prstGeom>
          <a:solidFill>
            <a:srgbClr val="0891B2"/>
          </a:solidFill>
          <a:ln w="12700">
            <a:solidFill>
              <a:srgbClr val="0891B2"/>
            </a:solidFill>
            <a:prstDash val="solid"/>
          </a:ln>
        </p:spPr>
        <p:txBody>
          <a:bodyPr/>
          <a:lstStyle/>
          <a:p>
            <a:endParaRPr lang="en-CA"/>
          </a:p>
        </p:txBody>
      </p:sp>
      <p:sp>
        <p:nvSpPr>
          <p:cNvPr id="7" name="Text 5"/>
          <p:cNvSpPr/>
          <p:nvPr/>
        </p:nvSpPr>
        <p:spPr>
          <a:xfrm>
            <a:off x="7315200" y="777240"/>
            <a:ext cx="1508760" cy="237744"/>
          </a:xfrm>
          <a:prstGeom prst="rect">
            <a:avLst/>
          </a:prstGeom>
          <a:noFill/>
          <a:ln/>
        </p:spPr>
        <p:txBody>
          <a:bodyPr wrap="square" lIns="0" tIns="0" rIns="0" bIns="0" rtlCol="0" anchor="ctr"/>
          <a:lstStyle/>
          <a:p>
            <a:pPr marL="0" indent="0" algn="ctr">
              <a:buNone/>
            </a:pPr>
            <a:r>
              <a:rPr lang="en-US" sz="850" b="1" kern="0" spc="100">
                <a:solidFill>
                  <a:srgbClr val="FFFFFF"/>
                </a:solidFill>
                <a:latin typeface="Calibri" pitchFamily="34" charset="0"/>
                <a:ea typeface="Calibri" pitchFamily="34" charset="-122"/>
                <a:cs typeface="Calibri" pitchFamily="34" charset="-120"/>
              </a:rPr>
              <a:t>INNER JOIN</a:t>
            </a:r>
            <a:endParaRPr lang="en-US" sz="850"/>
          </a:p>
        </p:txBody>
      </p:sp>
      <p:sp>
        <p:nvSpPr>
          <p:cNvPr id="8" name="Text 6"/>
          <p:cNvSpPr/>
          <p:nvPr/>
        </p:nvSpPr>
        <p:spPr>
          <a:xfrm>
            <a:off x="365760" y="1664542"/>
            <a:ext cx="4114800" cy="256032"/>
          </a:xfrm>
          <a:prstGeom prst="rect">
            <a:avLst/>
          </a:prstGeom>
          <a:noFill/>
          <a:ln/>
        </p:spPr>
        <p:txBody>
          <a:bodyPr wrap="square" rtlCol="0" anchor="ctr"/>
          <a:lstStyle/>
          <a:p>
            <a:pPr marL="0" indent="0">
              <a:buNone/>
            </a:pPr>
            <a:r>
              <a:rPr lang="en-US" sz="1150" b="1">
                <a:solidFill>
                  <a:srgbClr val="1B2A4A"/>
                </a:solidFill>
                <a:latin typeface="Calibri" pitchFamily="34" charset="0"/>
                <a:ea typeface="Calibri" pitchFamily="34" charset="-122"/>
                <a:cs typeface="Calibri" pitchFamily="34" charset="-120"/>
              </a:rPr>
              <a:t>What this step does</a:t>
            </a:r>
            <a:endParaRPr lang="en-US" sz="1150"/>
          </a:p>
        </p:txBody>
      </p:sp>
      <p:sp>
        <p:nvSpPr>
          <p:cNvPr id="9" name="Text 7"/>
          <p:cNvSpPr/>
          <p:nvPr/>
        </p:nvSpPr>
        <p:spPr>
          <a:xfrm>
            <a:off x="365760" y="1966294"/>
            <a:ext cx="4663440" cy="1591056"/>
          </a:xfrm>
          <a:prstGeom prst="rect">
            <a:avLst/>
          </a:prstGeom>
          <a:noFill/>
          <a:ln/>
        </p:spPr>
        <p:txBody>
          <a:bodyPr wrap="square" rtlCol="0" anchor="ctr"/>
          <a:lstStyle/>
          <a:p>
            <a:pPr marL="342900" indent="-342900">
              <a:buSzPct val="100000"/>
              <a:buChar char="•"/>
            </a:pPr>
            <a:r>
              <a:rPr lang="en-US" sz="1100">
                <a:solidFill>
                  <a:srgbClr val="1E293B"/>
                </a:solidFill>
                <a:latin typeface="Calibri" pitchFamily="34" charset="0"/>
                <a:ea typeface="Calibri" pitchFamily="34" charset="-122"/>
                <a:cs typeface="Calibri" pitchFamily="34" charset="-120"/>
              </a:rPr>
              <a:t>Reads collection-level </a:t>
            </a:r>
            <a:r>
              <a:rPr lang="en-US" sz="1100">
                <a:solidFill>
                  <a:srgbClr val="1E293B"/>
                </a:solidFill>
                <a:highlight>
                  <a:srgbClr val="FFFF00"/>
                </a:highlight>
                <a:latin typeface="Calibri" pitchFamily="34" charset="0"/>
                <a:ea typeface="Calibri" pitchFamily="34" charset="-122"/>
                <a:cs typeface="Calibri" pitchFamily="34" charset="-120"/>
              </a:rPr>
              <a:t>SUBMIT events </a:t>
            </a:r>
            <a:r>
              <a:rPr lang="en-US" sz="1100">
                <a:solidFill>
                  <a:srgbClr val="1E293B"/>
                </a:solidFill>
                <a:latin typeface="Calibri" pitchFamily="34" charset="0"/>
                <a:ea typeface="Calibri" pitchFamily="34" charset="-122"/>
                <a:cs typeface="Calibri" pitchFamily="34" charset="-120"/>
              </a:rPr>
              <a:t>— the only place where the hashed tenant identifier (user field) is reliably populated</a:t>
            </a:r>
          </a:p>
          <a:p>
            <a:pPr marL="342900" indent="-342900">
              <a:buSzPct val="100000"/>
              <a:buChar char="•"/>
            </a:pPr>
            <a:endParaRPr lang="en-US" sz="1100"/>
          </a:p>
          <a:p>
            <a:pPr marL="342900" indent="-342900">
              <a:buSzPct val="100000"/>
              <a:buChar char="•"/>
            </a:pPr>
            <a:r>
              <a:rPr lang="en-US" sz="1100">
                <a:solidFill>
                  <a:srgbClr val="1E293B"/>
                </a:solidFill>
                <a:highlight>
                  <a:srgbClr val="FFFF00"/>
                </a:highlight>
                <a:latin typeface="Calibri" pitchFamily="34" charset="0"/>
                <a:ea typeface="Calibri" pitchFamily="34" charset="-122"/>
                <a:cs typeface="Calibri" pitchFamily="34" charset="-120"/>
              </a:rPr>
              <a:t>Excludes </a:t>
            </a:r>
            <a:r>
              <a:rPr lang="en-US" sz="1100" err="1">
                <a:solidFill>
                  <a:srgbClr val="1E293B"/>
                </a:solidFill>
                <a:highlight>
                  <a:srgbClr val="FFFF00"/>
                </a:highlight>
                <a:latin typeface="Calibri" pitchFamily="34" charset="0"/>
                <a:ea typeface="Calibri" pitchFamily="34" charset="-122"/>
                <a:cs typeface="Calibri" pitchFamily="34" charset="-120"/>
              </a:rPr>
              <a:t>alloc</a:t>
            </a:r>
            <a:r>
              <a:rPr lang="en-US" sz="1100">
                <a:solidFill>
                  <a:srgbClr val="1E293B"/>
                </a:solidFill>
                <a:highlight>
                  <a:srgbClr val="FFFF00"/>
                </a:highlight>
                <a:latin typeface="Calibri" pitchFamily="34" charset="0"/>
                <a:ea typeface="Calibri" pitchFamily="34" charset="-122"/>
                <a:cs typeface="Calibri" pitchFamily="34" charset="-120"/>
              </a:rPr>
              <a:t> sets </a:t>
            </a:r>
            <a:r>
              <a:rPr lang="en-US" sz="1100">
                <a:solidFill>
                  <a:srgbClr val="1E293B"/>
                </a:solidFill>
                <a:latin typeface="Calibri" pitchFamily="34" charset="0"/>
                <a:ea typeface="Calibri" pitchFamily="34" charset="-122"/>
                <a:cs typeface="Calibri" pitchFamily="34" charset="-120"/>
              </a:rPr>
              <a:t>(</a:t>
            </a:r>
            <a:r>
              <a:rPr lang="en-US" sz="1100" err="1">
                <a:solidFill>
                  <a:srgbClr val="1E293B"/>
                </a:solidFill>
                <a:latin typeface="Calibri" pitchFamily="34" charset="0"/>
                <a:ea typeface="Calibri" pitchFamily="34" charset="-122"/>
                <a:cs typeface="Calibri" pitchFamily="34" charset="-120"/>
              </a:rPr>
              <a:t>alloc_collection_id</a:t>
            </a:r>
            <a:r>
              <a:rPr lang="en-US" sz="1100">
                <a:solidFill>
                  <a:srgbClr val="1E293B"/>
                </a:solidFill>
                <a:latin typeface="Calibri" pitchFamily="34" charset="0"/>
                <a:ea typeface="Calibri" pitchFamily="34" charset="-122"/>
                <a:cs typeface="Calibri" pitchFamily="34" charset="-120"/>
              </a:rPr>
              <a:t> IS NULL) — infrastructure reservations that are not real tenant workloads</a:t>
            </a:r>
          </a:p>
          <a:p>
            <a:pPr marL="342900" indent="-342900">
              <a:buSzPct val="100000"/>
              <a:buChar char="•"/>
            </a:pPr>
            <a:endParaRPr lang="en-US" sz="1100"/>
          </a:p>
          <a:p>
            <a:pPr marL="342900" indent="-342900">
              <a:buSzPct val="100000"/>
              <a:buChar char="•"/>
            </a:pPr>
            <a:r>
              <a:rPr lang="en-US" sz="1100">
                <a:solidFill>
                  <a:srgbClr val="1E293B"/>
                </a:solidFill>
                <a:latin typeface="Calibri" pitchFamily="34" charset="0"/>
                <a:ea typeface="Calibri" pitchFamily="34" charset="-122"/>
                <a:cs typeface="Calibri" pitchFamily="34" charset="-120"/>
              </a:rPr>
              <a:t>user is required for two purposes: </a:t>
            </a:r>
            <a:r>
              <a:rPr lang="en-US" sz="1100">
                <a:solidFill>
                  <a:srgbClr val="1E293B"/>
                </a:solidFill>
                <a:highlight>
                  <a:srgbClr val="FFFF00"/>
                </a:highlight>
                <a:latin typeface="Calibri" pitchFamily="34" charset="0"/>
                <a:ea typeface="Calibri" pitchFamily="34" charset="-122"/>
                <a:cs typeface="Calibri" pitchFamily="34" charset="-120"/>
              </a:rPr>
              <a:t>the fairness objective and the stratified train/</a:t>
            </a:r>
            <a:r>
              <a:rPr lang="en-US" sz="1100" err="1">
                <a:solidFill>
                  <a:srgbClr val="1E293B"/>
                </a:solidFill>
                <a:highlight>
                  <a:srgbClr val="FFFF00"/>
                </a:highlight>
                <a:latin typeface="Calibri" pitchFamily="34" charset="0"/>
                <a:ea typeface="Calibri" pitchFamily="34" charset="-122"/>
                <a:cs typeface="Calibri" pitchFamily="34" charset="-120"/>
              </a:rPr>
              <a:t>val</a:t>
            </a:r>
            <a:r>
              <a:rPr lang="en-US" sz="1100">
                <a:solidFill>
                  <a:srgbClr val="1E293B"/>
                </a:solidFill>
                <a:highlight>
                  <a:srgbClr val="FFFF00"/>
                </a:highlight>
                <a:latin typeface="Calibri" pitchFamily="34" charset="0"/>
                <a:ea typeface="Calibri" pitchFamily="34" charset="-122"/>
                <a:cs typeface="Calibri" pitchFamily="34" charset="-120"/>
              </a:rPr>
              <a:t>/test split to prevent cross-tenant data leakage</a:t>
            </a:r>
            <a:endParaRPr lang="en-US" sz="1100">
              <a:highlight>
                <a:srgbClr val="FFFF00"/>
              </a:highlight>
            </a:endParaRPr>
          </a:p>
        </p:txBody>
      </p:sp>
      <p:sp>
        <p:nvSpPr>
          <p:cNvPr id="10" name="Shape 8"/>
          <p:cNvSpPr/>
          <p:nvPr/>
        </p:nvSpPr>
        <p:spPr>
          <a:xfrm>
            <a:off x="365760" y="3648790"/>
            <a:ext cx="4663440" cy="54864"/>
          </a:xfrm>
          <a:prstGeom prst="rect">
            <a:avLst/>
          </a:prstGeom>
          <a:solidFill>
            <a:srgbClr val="2563EB"/>
          </a:solidFill>
          <a:ln w="12700">
            <a:solidFill>
              <a:srgbClr val="2563EB"/>
            </a:solidFill>
            <a:prstDash val="solid"/>
          </a:ln>
        </p:spPr>
        <p:txBody>
          <a:bodyPr/>
          <a:lstStyle/>
          <a:p>
            <a:endParaRPr lang="en-CA"/>
          </a:p>
        </p:txBody>
      </p:sp>
      <p:sp>
        <p:nvSpPr>
          <p:cNvPr id="11" name="Text 9"/>
          <p:cNvSpPr/>
          <p:nvPr/>
        </p:nvSpPr>
        <p:spPr>
          <a:xfrm>
            <a:off x="365760" y="3855499"/>
            <a:ext cx="4663440" cy="594360"/>
          </a:xfrm>
          <a:prstGeom prst="rect">
            <a:avLst/>
          </a:prstGeom>
          <a:noFill/>
          <a:ln/>
        </p:spPr>
        <p:txBody>
          <a:bodyPr wrap="square" rtlCol="0" anchor="ctr"/>
          <a:lstStyle/>
          <a:p>
            <a:pPr marL="0" indent="0">
              <a:lnSpc>
                <a:spcPct val="130000"/>
              </a:lnSpc>
              <a:buNone/>
            </a:pPr>
            <a:r>
              <a:rPr lang="en-US" sz="1050" i="1">
                <a:solidFill>
                  <a:srgbClr val="64748B"/>
                </a:solidFill>
                <a:latin typeface="Calibri" pitchFamily="34" charset="0"/>
                <a:ea typeface="Calibri" pitchFamily="34" charset="-122"/>
                <a:cs typeface="Calibri" pitchFamily="34" charset="-120"/>
              </a:rPr>
              <a:t>EDA confirmed the top tenant accounts for ~61% of all jobs. Without per-tenant stratified splitting, the LSTM overfits to the dominant tenant's consumption pattern and performs poorly on minority tenants — the ones most at risk of unfair scheduling.</a:t>
            </a:r>
            <a:endParaRPr lang="en-US" sz="1050"/>
          </a:p>
        </p:txBody>
      </p:sp>
      <p:sp>
        <p:nvSpPr>
          <p:cNvPr id="12" name="Shape 10"/>
          <p:cNvSpPr/>
          <p:nvPr/>
        </p:nvSpPr>
        <p:spPr>
          <a:xfrm>
            <a:off x="5212080" y="777240"/>
            <a:ext cx="3657600" cy="274320"/>
          </a:xfrm>
          <a:prstGeom prst="rect">
            <a:avLst/>
          </a:prstGeom>
          <a:solidFill>
            <a:srgbClr val="1B2A4A"/>
          </a:solidFill>
          <a:ln w="12700">
            <a:solidFill>
              <a:srgbClr val="1B2A4A"/>
            </a:solidFill>
            <a:prstDash val="solid"/>
          </a:ln>
        </p:spPr>
        <p:txBody>
          <a:bodyPr/>
          <a:lstStyle/>
          <a:p>
            <a:endParaRPr lang="en-CA"/>
          </a:p>
        </p:txBody>
      </p:sp>
      <p:sp>
        <p:nvSpPr>
          <p:cNvPr id="13" name="Text 11"/>
          <p:cNvSpPr/>
          <p:nvPr/>
        </p:nvSpPr>
        <p:spPr>
          <a:xfrm>
            <a:off x="5212080" y="777240"/>
            <a:ext cx="3657600" cy="274320"/>
          </a:xfrm>
          <a:prstGeom prst="rect">
            <a:avLst/>
          </a:prstGeom>
          <a:noFill/>
          <a:ln/>
        </p:spPr>
        <p:txBody>
          <a:bodyPr wrap="square" lIns="0" tIns="0" rIns="0" bIns="0" rtlCol="0" anchor="ctr"/>
          <a:lstStyle/>
          <a:p>
            <a:pPr marL="0" indent="0" algn="ctr">
              <a:buNone/>
            </a:pPr>
            <a:r>
              <a:rPr lang="en-US" sz="950" b="1">
                <a:solidFill>
                  <a:srgbClr val="FFFFFF"/>
                </a:solidFill>
                <a:latin typeface="Calibri" pitchFamily="34" charset="0"/>
                <a:ea typeface="Calibri" pitchFamily="34" charset="-122"/>
                <a:cs typeface="Calibri" pitchFamily="34" charset="-120"/>
              </a:rPr>
              <a:t>Example output row</a:t>
            </a:r>
            <a:endParaRPr lang="en-US" sz="950"/>
          </a:p>
        </p:txBody>
      </p:sp>
      <p:sp>
        <p:nvSpPr>
          <p:cNvPr id="14" name="Shape 12"/>
          <p:cNvSpPr/>
          <p:nvPr/>
        </p:nvSpPr>
        <p:spPr>
          <a:xfrm>
            <a:off x="5212080" y="1051560"/>
            <a:ext cx="1828800" cy="274320"/>
          </a:xfrm>
          <a:prstGeom prst="rect">
            <a:avLst/>
          </a:prstGeom>
          <a:solidFill>
            <a:srgbClr val="2563EB"/>
          </a:solidFill>
          <a:ln w="6350">
            <a:solidFill>
              <a:srgbClr val="DBEAFE"/>
            </a:solidFill>
            <a:prstDash val="solid"/>
          </a:ln>
        </p:spPr>
        <p:txBody>
          <a:bodyPr/>
          <a:lstStyle/>
          <a:p>
            <a:endParaRPr lang="en-CA"/>
          </a:p>
        </p:txBody>
      </p:sp>
      <p:sp>
        <p:nvSpPr>
          <p:cNvPr id="15" name="Text 13"/>
          <p:cNvSpPr/>
          <p:nvPr/>
        </p:nvSpPr>
        <p:spPr>
          <a:xfrm>
            <a:off x="5212080" y="1051560"/>
            <a:ext cx="1828800" cy="274320"/>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collection_id</a:t>
            </a:r>
            <a:endParaRPr lang="en-US" sz="800"/>
          </a:p>
        </p:txBody>
      </p:sp>
      <p:sp>
        <p:nvSpPr>
          <p:cNvPr id="16" name="Shape 14"/>
          <p:cNvSpPr/>
          <p:nvPr/>
        </p:nvSpPr>
        <p:spPr>
          <a:xfrm>
            <a:off x="7040880" y="1051560"/>
            <a:ext cx="1828800" cy="274320"/>
          </a:xfrm>
          <a:prstGeom prst="rect">
            <a:avLst/>
          </a:prstGeom>
          <a:solidFill>
            <a:srgbClr val="2563EB"/>
          </a:solidFill>
          <a:ln w="6350">
            <a:solidFill>
              <a:srgbClr val="DBEAFE"/>
            </a:solidFill>
            <a:prstDash val="solid"/>
          </a:ln>
        </p:spPr>
        <p:txBody>
          <a:bodyPr/>
          <a:lstStyle/>
          <a:p>
            <a:endParaRPr lang="en-CA"/>
          </a:p>
        </p:txBody>
      </p:sp>
      <p:sp>
        <p:nvSpPr>
          <p:cNvPr id="17" name="Text 15"/>
          <p:cNvSpPr/>
          <p:nvPr/>
        </p:nvSpPr>
        <p:spPr>
          <a:xfrm>
            <a:off x="7040880" y="1051560"/>
            <a:ext cx="1828800" cy="274320"/>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user (hashed)</a:t>
            </a:r>
            <a:endParaRPr lang="en-US" sz="800"/>
          </a:p>
        </p:txBody>
      </p:sp>
      <p:sp>
        <p:nvSpPr>
          <p:cNvPr id="18" name="Shape 16"/>
          <p:cNvSpPr/>
          <p:nvPr/>
        </p:nvSpPr>
        <p:spPr>
          <a:xfrm>
            <a:off x="5212080" y="1325880"/>
            <a:ext cx="1828800" cy="329184"/>
          </a:xfrm>
          <a:prstGeom prst="rect">
            <a:avLst/>
          </a:prstGeom>
          <a:solidFill>
            <a:srgbClr val="DBEAFE"/>
          </a:solidFill>
          <a:ln w="6350">
            <a:solidFill>
              <a:srgbClr val="CBD5E1"/>
            </a:solidFill>
            <a:prstDash val="solid"/>
          </a:ln>
        </p:spPr>
        <p:txBody>
          <a:bodyPr/>
          <a:lstStyle/>
          <a:p>
            <a:endParaRPr lang="en-CA"/>
          </a:p>
        </p:txBody>
      </p:sp>
      <p:sp>
        <p:nvSpPr>
          <p:cNvPr id="19" name="Text 17"/>
          <p:cNvSpPr/>
          <p:nvPr/>
        </p:nvSpPr>
        <p:spPr>
          <a:xfrm>
            <a:off x="5212080" y="1325880"/>
            <a:ext cx="1828800" cy="329184"/>
          </a:xfrm>
          <a:prstGeom prst="rect">
            <a:avLst/>
          </a:prstGeom>
          <a:noFill/>
          <a:ln/>
        </p:spPr>
        <p:txBody>
          <a:bodyPr wrap="square" lIns="0" tIns="0" rIns="0" bIns="0" rtlCol="0" anchor="ctr"/>
          <a:lstStyle/>
          <a:p>
            <a:pPr marL="0" indent="0" algn="ctr">
              <a:buNone/>
            </a:pPr>
            <a:r>
              <a:rPr lang="en-US" sz="850">
                <a:solidFill>
                  <a:srgbClr val="1B2A4A"/>
                </a:solidFill>
                <a:latin typeface="Calibri" pitchFamily="34" charset="0"/>
                <a:ea typeface="Calibri" pitchFamily="34" charset="-122"/>
                <a:cs typeface="Calibri" pitchFamily="34" charset="-120"/>
              </a:rPr>
              <a:t>201428</a:t>
            </a:r>
            <a:endParaRPr lang="en-US" sz="850"/>
          </a:p>
        </p:txBody>
      </p:sp>
      <p:sp>
        <p:nvSpPr>
          <p:cNvPr id="20" name="Shape 18"/>
          <p:cNvSpPr/>
          <p:nvPr/>
        </p:nvSpPr>
        <p:spPr>
          <a:xfrm>
            <a:off x="7040880" y="1325880"/>
            <a:ext cx="1828800" cy="329184"/>
          </a:xfrm>
          <a:prstGeom prst="rect">
            <a:avLst/>
          </a:prstGeom>
          <a:solidFill>
            <a:srgbClr val="DBEAFE"/>
          </a:solidFill>
          <a:ln w="6350">
            <a:solidFill>
              <a:srgbClr val="CBD5E1"/>
            </a:solidFill>
            <a:prstDash val="solid"/>
          </a:ln>
        </p:spPr>
        <p:txBody>
          <a:bodyPr/>
          <a:lstStyle/>
          <a:p>
            <a:endParaRPr lang="en-CA"/>
          </a:p>
        </p:txBody>
      </p:sp>
      <p:sp>
        <p:nvSpPr>
          <p:cNvPr id="21" name="Text 19"/>
          <p:cNvSpPr/>
          <p:nvPr/>
        </p:nvSpPr>
        <p:spPr>
          <a:xfrm>
            <a:off x="7040880" y="1325880"/>
            <a:ext cx="1828800" cy="329184"/>
          </a:xfrm>
          <a:prstGeom prst="rect">
            <a:avLst/>
          </a:prstGeom>
          <a:noFill/>
          <a:ln/>
        </p:spPr>
        <p:txBody>
          <a:bodyPr wrap="square" lIns="0" tIns="0" rIns="0" bIns="0" rtlCol="0" anchor="ctr"/>
          <a:lstStyle/>
          <a:p>
            <a:pPr marL="0" indent="0" algn="ctr">
              <a:buNone/>
            </a:pPr>
            <a:r>
              <a:rPr lang="en-US" sz="850">
                <a:solidFill>
                  <a:srgbClr val="1B2A4A"/>
                </a:solidFill>
                <a:latin typeface="Calibri" pitchFamily="34" charset="0"/>
                <a:ea typeface="Calibri" pitchFamily="34" charset="-122"/>
                <a:cs typeface="Calibri" pitchFamily="34" charset="-120"/>
              </a:rPr>
              <a:t>mNk3pQrZ8x...</a:t>
            </a:r>
            <a:endParaRPr lang="en-US" sz="850"/>
          </a:p>
        </p:txBody>
      </p:sp>
      <p:sp>
        <p:nvSpPr>
          <p:cNvPr id="22" name="Text 20"/>
          <p:cNvSpPr/>
          <p:nvPr/>
        </p:nvSpPr>
        <p:spPr>
          <a:xfrm>
            <a:off x="8046720" y="4892040"/>
            <a:ext cx="914400" cy="182880"/>
          </a:xfrm>
          <a:prstGeom prst="rect">
            <a:avLst/>
          </a:prstGeom>
          <a:noFill/>
          <a:ln/>
        </p:spPr>
        <p:txBody>
          <a:bodyPr wrap="square" rtlCol="0" anchor="ctr"/>
          <a:lstStyle/>
          <a:p>
            <a:pPr marL="0" indent="0" algn="r">
              <a:buNone/>
            </a:pPr>
            <a:r>
              <a:rPr lang="en-US" sz="900">
                <a:solidFill>
                  <a:srgbClr val="64748B"/>
                </a:solidFill>
                <a:latin typeface="Calibri" pitchFamily="34" charset="0"/>
                <a:ea typeface="Calibri" pitchFamily="34" charset="-122"/>
                <a:cs typeface="Calibri" pitchFamily="34" charset="-120"/>
              </a:rPr>
              <a:t>7 / 12</a:t>
            </a:r>
            <a:endParaRPr lang="en-US" sz="900"/>
          </a:p>
        </p:txBody>
      </p:sp>
      <p:sp>
        <p:nvSpPr>
          <p:cNvPr id="23" name="Text 21"/>
          <p:cNvSpPr/>
          <p:nvPr/>
        </p:nvSpPr>
        <p:spPr>
          <a:xfrm>
            <a:off x="365760" y="4892040"/>
            <a:ext cx="5486400" cy="182880"/>
          </a:xfrm>
          <a:prstGeom prst="rect">
            <a:avLst/>
          </a:prstGeom>
          <a:noFill/>
          <a:ln/>
        </p:spPr>
        <p:txBody>
          <a:bodyPr wrap="square" rtlCol="0" anchor="ctr"/>
          <a:lstStyle/>
          <a:p>
            <a:pPr marL="0" indent="0" algn="l">
              <a:buNone/>
            </a:pPr>
            <a:r>
              <a:rPr lang="en-CA" sz="900">
                <a:solidFill>
                  <a:srgbClr val="64748B"/>
                </a:solidFill>
                <a:latin typeface="Calibri" pitchFamily="34" charset="0"/>
                <a:ea typeface="Calibri" pitchFamily="34" charset="-122"/>
                <a:cs typeface="Calibri" pitchFamily="34" charset="-120"/>
              </a:rPr>
              <a:t>Data Extraction — LSTM Master Table</a:t>
            </a:r>
            <a:endParaRPr lang="en-US" sz="900"/>
          </a:p>
        </p:txBody>
      </p:sp>
      <p:sp>
        <p:nvSpPr>
          <p:cNvPr id="25" name="TextBox 24">
            <a:extLst>
              <a:ext uri="{FF2B5EF4-FFF2-40B4-BE49-F238E27FC236}">
                <a16:creationId xmlns:a16="http://schemas.microsoft.com/office/drawing/2014/main" id="{19F07D4E-F94F-497E-BC81-712ECB57F40A}"/>
              </a:ext>
            </a:extLst>
          </p:cNvPr>
          <p:cNvSpPr txBox="1"/>
          <p:nvPr/>
        </p:nvSpPr>
        <p:spPr>
          <a:xfrm>
            <a:off x="133774" y="777240"/>
            <a:ext cx="4895426" cy="638893"/>
          </a:xfrm>
          <a:prstGeom prst="rect">
            <a:avLst/>
          </a:prstGeom>
          <a:noFill/>
        </p:spPr>
        <p:txBody>
          <a:bodyPr wrap="square">
            <a:spAutoFit/>
          </a:bodyPr>
          <a:lstStyle/>
          <a:p>
            <a:pPr fontAlgn="base">
              <a:lnSpc>
                <a:spcPct val="115000"/>
              </a:lnSpc>
              <a:spcAft>
                <a:spcPts val="800"/>
              </a:spcAft>
            </a:pPr>
            <a:r>
              <a:rPr lang="en-US" sz="1050" i="1">
                <a:solidFill>
                  <a:srgbClr val="64748B"/>
                </a:solidFill>
                <a:latin typeface="Calibri" pitchFamily="34" charset="0"/>
                <a:cs typeface="Calibri" pitchFamily="34" charset="-120"/>
              </a:rPr>
              <a:t>This table records lifecycle events for entire jobs (collections). This CTE specifically reads SUBMIT events (type=0) to extract the tenant identity (user field) associated with each job. One row of this CTE means: job </a:t>
            </a:r>
            <a:r>
              <a:rPr lang="en-US" sz="1050" i="1" err="1">
                <a:solidFill>
                  <a:srgbClr val="64748B"/>
                </a:solidFill>
                <a:latin typeface="Calibri" pitchFamily="34" charset="0"/>
                <a:cs typeface="Calibri" pitchFamily="34" charset="-120"/>
              </a:rPr>
              <a:t>collection_id</a:t>
            </a:r>
            <a:r>
              <a:rPr lang="en-US" sz="1050" i="1">
                <a:solidFill>
                  <a:srgbClr val="64748B"/>
                </a:solidFill>
                <a:latin typeface="Calibri" pitchFamily="34" charset="0"/>
                <a:cs typeface="Calibri" pitchFamily="34" charset="-120"/>
              </a:rPr>
              <a:t> was submitted by tenant user.</a:t>
            </a:r>
            <a:r>
              <a:rPr lang="en-CA" sz="1050" i="1">
                <a:solidFill>
                  <a:srgbClr val="64748B"/>
                </a:solidFill>
                <a:latin typeface="Calibri" pitchFamily="34" charset="0"/>
                <a:cs typeface="Calibri" pitchFamily="34" charset="-120"/>
              </a:rPr>
              <a:t>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w="12700">
            <a:solidFill>
              <a:srgbClr val="1B2A4A"/>
            </a:solidFill>
            <a:prstDash val="solid"/>
          </a:ln>
        </p:spPr>
        <p:txBody>
          <a:bodyPr/>
          <a:lstStyle/>
          <a:p>
            <a:endParaRPr lang="en-CA"/>
          </a:p>
        </p:txBody>
      </p:sp>
      <p:sp>
        <p:nvSpPr>
          <p:cNvPr id="3" name="Text 1"/>
          <p:cNvSpPr/>
          <p:nvPr/>
        </p:nvSpPr>
        <p:spPr>
          <a:xfrm>
            <a:off x="365760" y="0"/>
            <a:ext cx="7498080" cy="658368"/>
          </a:xfrm>
          <a:prstGeom prst="rect">
            <a:avLst/>
          </a:prstGeom>
          <a:noFill/>
          <a:ln/>
        </p:spPr>
        <p:txBody>
          <a:bodyPr wrap="square" lIns="0" tIns="0" rIns="0" bIns="0" rtlCol="0" anchor="ctr"/>
          <a:lstStyle/>
          <a:p>
            <a:pPr marL="0" indent="0">
              <a:buNone/>
            </a:pPr>
            <a:r>
              <a:rPr lang="en-US" sz="2000" b="1">
                <a:solidFill>
                  <a:srgbClr val="FFFFFF"/>
                </a:solidFill>
                <a:latin typeface="Calibri" pitchFamily="34" charset="0"/>
                <a:ea typeface="Calibri" pitchFamily="34" charset="-122"/>
                <a:cs typeface="Calibri" pitchFamily="34" charset="-120"/>
              </a:rPr>
              <a:t>CTE 6 — </a:t>
            </a:r>
            <a:r>
              <a:rPr lang="en-US" sz="2000" b="1" err="1">
                <a:solidFill>
                  <a:srgbClr val="FFFFFF"/>
                </a:solidFill>
                <a:latin typeface="Calibri" pitchFamily="34" charset="0"/>
                <a:ea typeface="Calibri" pitchFamily="34" charset="-122"/>
                <a:cs typeface="Calibri" pitchFamily="34" charset="-120"/>
              </a:rPr>
              <a:t>usage_quality</a:t>
            </a:r>
            <a:r>
              <a:rPr lang="en-US" sz="2000" b="1">
                <a:solidFill>
                  <a:srgbClr val="FFFFFF"/>
                </a:solidFill>
                <a:latin typeface="Calibri" pitchFamily="34" charset="0"/>
                <a:ea typeface="Calibri" pitchFamily="34" charset="-122"/>
                <a:cs typeface="Calibri" pitchFamily="34" charset="-120"/>
              </a:rPr>
              <a:t>  ·  </a:t>
            </a:r>
            <a:r>
              <a:rPr lang="en-US" sz="2000" b="1" err="1">
                <a:solidFill>
                  <a:srgbClr val="FFFFFF"/>
                </a:solidFill>
                <a:latin typeface="Calibri" pitchFamily="34" charset="0"/>
                <a:ea typeface="Calibri" pitchFamily="34" charset="-122"/>
                <a:cs typeface="Calibri" pitchFamily="34" charset="-120"/>
              </a:rPr>
              <a:t>instance_usage</a:t>
            </a:r>
            <a:endParaRPr lang="en-US" sz="2000"/>
          </a:p>
        </p:txBody>
      </p:sp>
      <p:sp>
        <p:nvSpPr>
          <p:cNvPr id="4" name="Shape 2"/>
          <p:cNvSpPr/>
          <p:nvPr/>
        </p:nvSpPr>
        <p:spPr>
          <a:xfrm>
            <a:off x="6858000" y="109728"/>
            <a:ext cx="1920240" cy="237744"/>
          </a:xfrm>
          <a:prstGeom prst="rect">
            <a:avLst/>
          </a:prstGeom>
          <a:solidFill>
            <a:srgbClr val="2563EB">
              <a:alpha val="70000"/>
            </a:srgbClr>
          </a:solidFill>
          <a:ln w="12700">
            <a:solidFill>
              <a:srgbClr val="DBEAFE"/>
            </a:solidFill>
            <a:prstDash val="solid"/>
          </a:ln>
        </p:spPr>
        <p:txBody>
          <a:bodyPr/>
          <a:lstStyle/>
          <a:p>
            <a:endParaRPr lang="en-CA"/>
          </a:p>
        </p:txBody>
      </p:sp>
      <p:sp>
        <p:nvSpPr>
          <p:cNvPr id="5" name="Text 3"/>
          <p:cNvSpPr/>
          <p:nvPr/>
        </p:nvSpPr>
        <p:spPr>
          <a:xfrm>
            <a:off x="6858000" y="109728"/>
            <a:ext cx="1920240" cy="237744"/>
          </a:xfrm>
          <a:prstGeom prst="rect">
            <a:avLst/>
          </a:prstGeom>
          <a:noFill/>
          <a:ln/>
        </p:spPr>
        <p:txBody>
          <a:bodyPr wrap="square" lIns="0" tIns="0" rIns="0" bIns="0" rtlCol="0" anchor="ctr"/>
          <a:lstStyle/>
          <a:p>
            <a:pPr marL="0" indent="0" algn="ctr">
              <a:buNone/>
            </a:pPr>
            <a:r>
              <a:rPr lang="en-US" sz="800" i="1">
                <a:solidFill>
                  <a:srgbClr val="FFFFFF"/>
                </a:solidFill>
                <a:latin typeface="Calibri" pitchFamily="34" charset="0"/>
                <a:ea typeface="Calibri" pitchFamily="34" charset="-122"/>
                <a:cs typeface="Calibri" pitchFamily="34" charset="-120"/>
              </a:rPr>
              <a:t>src: instance_usage</a:t>
            </a:r>
            <a:endParaRPr lang="en-US" sz="800"/>
          </a:p>
        </p:txBody>
      </p:sp>
      <p:sp>
        <p:nvSpPr>
          <p:cNvPr id="6" name="Shape 4"/>
          <p:cNvSpPr/>
          <p:nvPr/>
        </p:nvSpPr>
        <p:spPr>
          <a:xfrm>
            <a:off x="7315200" y="777240"/>
            <a:ext cx="1508760" cy="237744"/>
          </a:xfrm>
          <a:prstGeom prst="rect">
            <a:avLst/>
          </a:prstGeom>
          <a:solidFill>
            <a:srgbClr val="2563EB"/>
          </a:solidFill>
          <a:ln w="12700">
            <a:solidFill>
              <a:srgbClr val="2563EB"/>
            </a:solidFill>
            <a:prstDash val="solid"/>
          </a:ln>
        </p:spPr>
        <p:txBody>
          <a:bodyPr/>
          <a:lstStyle/>
          <a:p>
            <a:endParaRPr lang="en-CA"/>
          </a:p>
        </p:txBody>
      </p:sp>
      <p:sp>
        <p:nvSpPr>
          <p:cNvPr id="7" name="Text 5"/>
          <p:cNvSpPr/>
          <p:nvPr/>
        </p:nvSpPr>
        <p:spPr>
          <a:xfrm>
            <a:off x="7315200" y="777240"/>
            <a:ext cx="1508760" cy="237744"/>
          </a:xfrm>
          <a:prstGeom prst="rect">
            <a:avLst/>
          </a:prstGeom>
          <a:noFill/>
          <a:ln/>
        </p:spPr>
        <p:txBody>
          <a:bodyPr wrap="square" lIns="0" tIns="0" rIns="0" bIns="0" rtlCol="0" anchor="ctr"/>
          <a:lstStyle/>
          <a:p>
            <a:pPr marL="0" indent="0" algn="ctr">
              <a:buNone/>
            </a:pPr>
            <a:r>
              <a:rPr lang="en-US" sz="850" b="1" kern="0" spc="100">
                <a:solidFill>
                  <a:srgbClr val="FFFFFF"/>
                </a:solidFill>
                <a:latin typeface="Calibri" pitchFamily="34" charset="0"/>
                <a:ea typeface="Calibri" pitchFamily="34" charset="-122"/>
                <a:cs typeface="Calibri" pitchFamily="34" charset="-120"/>
              </a:rPr>
              <a:t>INNER JOIN</a:t>
            </a:r>
            <a:endParaRPr lang="en-US" sz="850"/>
          </a:p>
        </p:txBody>
      </p:sp>
      <p:sp>
        <p:nvSpPr>
          <p:cNvPr id="8" name="Text 6"/>
          <p:cNvSpPr/>
          <p:nvPr/>
        </p:nvSpPr>
        <p:spPr>
          <a:xfrm>
            <a:off x="365760" y="2006177"/>
            <a:ext cx="4114800" cy="256032"/>
          </a:xfrm>
          <a:prstGeom prst="rect">
            <a:avLst/>
          </a:prstGeom>
          <a:noFill/>
          <a:ln/>
        </p:spPr>
        <p:txBody>
          <a:bodyPr wrap="square" rtlCol="0" anchor="ctr"/>
          <a:lstStyle/>
          <a:p>
            <a:pPr marL="0" indent="0">
              <a:buNone/>
            </a:pPr>
            <a:r>
              <a:rPr lang="en-US" sz="1150" b="1">
                <a:solidFill>
                  <a:srgbClr val="1B2A4A"/>
                </a:solidFill>
                <a:latin typeface="Calibri" pitchFamily="34" charset="0"/>
                <a:ea typeface="Calibri" pitchFamily="34" charset="-122"/>
                <a:cs typeface="Calibri" pitchFamily="34" charset="-120"/>
              </a:rPr>
              <a:t>What this step does</a:t>
            </a:r>
            <a:endParaRPr lang="en-US" sz="1150"/>
          </a:p>
        </p:txBody>
      </p:sp>
      <p:sp>
        <p:nvSpPr>
          <p:cNvPr id="9" name="Text 7"/>
          <p:cNvSpPr/>
          <p:nvPr/>
        </p:nvSpPr>
        <p:spPr>
          <a:xfrm>
            <a:off x="365760" y="2257129"/>
            <a:ext cx="4663440" cy="1591056"/>
          </a:xfrm>
          <a:prstGeom prst="rect">
            <a:avLst/>
          </a:prstGeom>
          <a:noFill/>
          <a:ln/>
        </p:spPr>
        <p:txBody>
          <a:bodyPr wrap="square" rtlCol="0" anchor="ctr"/>
          <a:lstStyle/>
          <a:p>
            <a:pPr marL="342900" indent="-342900">
              <a:buSzPct val="100000"/>
              <a:buChar char="•"/>
            </a:pPr>
            <a:r>
              <a:rPr lang="en-US" sz="1100">
                <a:solidFill>
                  <a:srgbClr val="1E293B"/>
                </a:solidFill>
                <a:latin typeface="Calibri" pitchFamily="34" charset="0"/>
                <a:ea typeface="Calibri" pitchFamily="34" charset="-122"/>
                <a:cs typeface="Calibri" pitchFamily="34" charset="-120"/>
              </a:rPr>
              <a:t>First-pass sequence floor: COUNT(*) ≥ 12 windows — </a:t>
            </a:r>
            <a:r>
              <a:rPr lang="en-US" sz="1100">
                <a:solidFill>
                  <a:srgbClr val="1E293B"/>
                </a:solidFill>
                <a:highlight>
                  <a:srgbClr val="FFFF00"/>
                </a:highlight>
                <a:latin typeface="Calibri" pitchFamily="34" charset="0"/>
                <a:ea typeface="Calibri" pitchFamily="34" charset="-122"/>
                <a:cs typeface="Calibri" pitchFamily="34" charset="-120"/>
              </a:rPr>
              <a:t>at least 1 hour of observed behavior, the minimum chosen to allow enough historical behavior to train the LSTM</a:t>
            </a:r>
          </a:p>
          <a:p>
            <a:pPr marL="342900" indent="-342900">
              <a:buSzPct val="100000"/>
              <a:buChar char="•"/>
            </a:pPr>
            <a:endParaRPr lang="en-US" sz="1100"/>
          </a:p>
          <a:p>
            <a:pPr marL="342900" indent="-342900">
              <a:buSzPct val="100000"/>
              <a:buChar char="•"/>
            </a:pPr>
            <a:r>
              <a:rPr lang="en-US" sz="1100">
                <a:solidFill>
                  <a:srgbClr val="1E293B"/>
                </a:solidFill>
                <a:latin typeface="Calibri" pitchFamily="34" charset="0"/>
                <a:ea typeface="Calibri" pitchFamily="34" charset="-122"/>
                <a:cs typeface="Calibri" pitchFamily="34" charset="-120"/>
              </a:rPr>
              <a:t>Zero-CPU filter: AVG(</a:t>
            </a:r>
            <a:r>
              <a:rPr lang="en-US" sz="1100" err="1">
                <a:solidFill>
                  <a:srgbClr val="1E293B"/>
                </a:solidFill>
                <a:latin typeface="Calibri" pitchFamily="34" charset="0"/>
                <a:ea typeface="Calibri" pitchFamily="34" charset="-122"/>
                <a:cs typeface="Calibri" pitchFamily="34" charset="-120"/>
              </a:rPr>
              <a:t>average_usage.cpus</a:t>
            </a:r>
            <a:r>
              <a:rPr lang="en-US" sz="1100">
                <a:solidFill>
                  <a:srgbClr val="1E293B"/>
                </a:solidFill>
                <a:latin typeface="Calibri" pitchFamily="34" charset="0"/>
                <a:ea typeface="Calibri" pitchFamily="34" charset="-122"/>
                <a:cs typeface="Calibri" pitchFamily="34" charset="-120"/>
              </a:rPr>
              <a:t>) &gt; 0.000001 NCU </a:t>
            </a:r>
            <a:r>
              <a:rPr lang="en-US" sz="1100">
                <a:solidFill>
                  <a:srgbClr val="1E293B"/>
                </a:solidFill>
                <a:highlight>
                  <a:srgbClr val="FFFF00"/>
                </a:highlight>
                <a:latin typeface="Calibri" pitchFamily="34" charset="0"/>
                <a:ea typeface="Calibri" pitchFamily="34" charset="-122"/>
                <a:cs typeface="Calibri" pitchFamily="34" charset="-120"/>
              </a:rPr>
              <a:t>— removes ghost containers loading binaries or holding empty </a:t>
            </a:r>
            <a:r>
              <a:rPr lang="en-US" sz="1100" err="1">
                <a:solidFill>
                  <a:srgbClr val="1E293B"/>
                </a:solidFill>
                <a:highlight>
                  <a:srgbClr val="FFFF00"/>
                </a:highlight>
                <a:latin typeface="Calibri" pitchFamily="34" charset="0"/>
                <a:ea typeface="Calibri" pitchFamily="34" charset="-122"/>
                <a:cs typeface="Calibri" pitchFamily="34" charset="-120"/>
              </a:rPr>
              <a:t>alloc</a:t>
            </a:r>
            <a:r>
              <a:rPr lang="en-US" sz="1100">
                <a:solidFill>
                  <a:srgbClr val="1E293B"/>
                </a:solidFill>
                <a:highlight>
                  <a:srgbClr val="FFFF00"/>
                </a:highlight>
                <a:latin typeface="Calibri" pitchFamily="34" charset="0"/>
                <a:ea typeface="Calibri" pitchFamily="34" charset="-122"/>
                <a:cs typeface="Calibri" pitchFamily="34" charset="-120"/>
              </a:rPr>
              <a:t> reservations</a:t>
            </a:r>
          </a:p>
          <a:p>
            <a:pPr marL="342900" indent="-342900">
              <a:buSzPct val="100000"/>
              <a:buChar char="•"/>
            </a:pPr>
            <a:endParaRPr lang="en-US" sz="1100"/>
          </a:p>
        </p:txBody>
      </p:sp>
      <p:sp>
        <p:nvSpPr>
          <p:cNvPr id="10" name="Shape 8"/>
          <p:cNvSpPr/>
          <p:nvPr/>
        </p:nvSpPr>
        <p:spPr>
          <a:xfrm>
            <a:off x="365760" y="3831675"/>
            <a:ext cx="4663440" cy="54864"/>
          </a:xfrm>
          <a:prstGeom prst="rect">
            <a:avLst/>
          </a:prstGeom>
          <a:solidFill>
            <a:srgbClr val="2563EB"/>
          </a:solidFill>
          <a:ln w="12700">
            <a:solidFill>
              <a:srgbClr val="2563EB"/>
            </a:solidFill>
            <a:prstDash val="solid"/>
          </a:ln>
        </p:spPr>
        <p:txBody>
          <a:bodyPr/>
          <a:lstStyle/>
          <a:p>
            <a:endParaRPr lang="en-CA"/>
          </a:p>
        </p:txBody>
      </p:sp>
      <p:sp>
        <p:nvSpPr>
          <p:cNvPr id="11" name="Text 9"/>
          <p:cNvSpPr/>
          <p:nvPr/>
        </p:nvSpPr>
        <p:spPr>
          <a:xfrm>
            <a:off x="365760" y="4079948"/>
            <a:ext cx="4663440" cy="594360"/>
          </a:xfrm>
          <a:prstGeom prst="rect">
            <a:avLst/>
          </a:prstGeom>
          <a:noFill/>
          <a:ln/>
        </p:spPr>
        <p:txBody>
          <a:bodyPr wrap="square" rtlCol="0" anchor="ctr"/>
          <a:lstStyle/>
          <a:p>
            <a:pPr marL="0" indent="0">
              <a:lnSpc>
                <a:spcPct val="130000"/>
              </a:lnSpc>
              <a:buNone/>
            </a:pPr>
            <a:r>
              <a:rPr lang="en-US" sz="1050" i="1">
                <a:solidFill>
                  <a:srgbClr val="64748B"/>
                </a:solidFill>
                <a:latin typeface="Calibri" pitchFamily="34" charset="0"/>
                <a:ea typeface="Calibri" pitchFamily="34" charset="-122"/>
                <a:cs typeface="Calibri" pitchFamily="34" charset="-120"/>
              </a:rPr>
              <a:t>This is Pass 1 of a two-pass floor. Pass 2 runs in Python after gap detection — each piece of a split sequence is independently re-checked. A piece below 12 windows after a gap split is discarded, even if the original instance had hundreds of windows.</a:t>
            </a:r>
            <a:endParaRPr lang="en-US" sz="1050"/>
          </a:p>
        </p:txBody>
      </p:sp>
      <p:sp>
        <p:nvSpPr>
          <p:cNvPr id="12" name="Shape 10"/>
          <p:cNvSpPr/>
          <p:nvPr/>
        </p:nvSpPr>
        <p:spPr>
          <a:xfrm>
            <a:off x="5212080" y="777240"/>
            <a:ext cx="3657600" cy="274320"/>
          </a:xfrm>
          <a:prstGeom prst="rect">
            <a:avLst/>
          </a:prstGeom>
          <a:solidFill>
            <a:srgbClr val="1B2A4A"/>
          </a:solidFill>
          <a:ln w="12700">
            <a:solidFill>
              <a:srgbClr val="1B2A4A"/>
            </a:solidFill>
            <a:prstDash val="solid"/>
          </a:ln>
        </p:spPr>
        <p:txBody>
          <a:bodyPr/>
          <a:lstStyle/>
          <a:p>
            <a:endParaRPr lang="en-CA"/>
          </a:p>
        </p:txBody>
      </p:sp>
      <p:sp>
        <p:nvSpPr>
          <p:cNvPr id="13" name="Text 11"/>
          <p:cNvSpPr/>
          <p:nvPr/>
        </p:nvSpPr>
        <p:spPr>
          <a:xfrm>
            <a:off x="5212080" y="777240"/>
            <a:ext cx="3657600" cy="274320"/>
          </a:xfrm>
          <a:prstGeom prst="rect">
            <a:avLst/>
          </a:prstGeom>
          <a:noFill/>
          <a:ln/>
        </p:spPr>
        <p:txBody>
          <a:bodyPr wrap="square" lIns="0" tIns="0" rIns="0" bIns="0" rtlCol="0" anchor="ctr"/>
          <a:lstStyle/>
          <a:p>
            <a:pPr marL="0" indent="0" algn="ctr">
              <a:buNone/>
            </a:pPr>
            <a:r>
              <a:rPr lang="en-US" sz="950" b="1">
                <a:solidFill>
                  <a:srgbClr val="FFFFFF"/>
                </a:solidFill>
                <a:latin typeface="Calibri" pitchFamily="34" charset="0"/>
                <a:ea typeface="Calibri" pitchFamily="34" charset="-122"/>
                <a:cs typeface="Calibri" pitchFamily="34" charset="-120"/>
              </a:rPr>
              <a:t>Example output row</a:t>
            </a:r>
            <a:endParaRPr lang="en-US" sz="950"/>
          </a:p>
        </p:txBody>
      </p:sp>
      <p:sp>
        <p:nvSpPr>
          <p:cNvPr id="22" name="Text 20"/>
          <p:cNvSpPr/>
          <p:nvPr/>
        </p:nvSpPr>
        <p:spPr>
          <a:xfrm>
            <a:off x="8046720" y="4892040"/>
            <a:ext cx="914400" cy="182880"/>
          </a:xfrm>
          <a:prstGeom prst="rect">
            <a:avLst/>
          </a:prstGeom>
          <a:noFill/>
          <a:ln/>
        </p:spPr>
        <p:txBody>
          <a:bodyPr wrap="square" rtlCol="0" anchor="ctr"/>
          <a:lstStyle/>
          <a:p>
            <a:pPr marL="0" indent="0" algn="r">
              <a:buNone/>
            </a:pPr>
            <a:r>
              <a:rPr lang="en-US" sz="900">
                <a:solidFill>
                  <a:srgbClr val="64748B"/>
                </a:solidFill>
                <a:latin typeface="Calibri" pitchFamily="34" charset="0"/>
                <a:ea typeface="Calibri" pitchFamily="34" charset="-122"/>
                <a:cs typeface="Calibri" pitchFamily="34" charset="-120"/>
              </a:rPr>
              <a:t>8 / 12</a:t>
            </a:r>
            <a:endParaRPr lang="en-US" sz="900"/>
          </a:p>
        </p:txBody>
      </p:sp>
      <p:sp>
        <p:nvSpPr>
          <p:cNvPr id="23" name="Text 21"/>
          <p:cNvSpPr/>
          <p:nvPr/>
        </p:nvSpPr>
        <p:spPr>
          <a:xfrm>
            <a:off x="365760" y="4892040"/>
            <a:ext cx="5486400" cy="182880"/>
          </a:xfrm>
          <a:prstGeom prst="rect">
            <a:avLst/>
          </a:prstGeom>
          <a:noFill/>
          <a:ln/>
        </p:spPr>
        <p:txBody>
          <a:bodyPr wrap="square" rtlCol="0" anchor="ctr"/>
          <a:lstStyle/>
          <a:p>
            <a:pPr marL="0" indent="0" algn="l">
              <a:buNone/>
            </a:pPr>
            <a:r>
              <a:rPr lang="en-CA" sz="900">
                <a:solidFill>
                  <a:srgbClr val="64748B"/>
                </a:solidFill>
                <a:latin typeface="Calibri" pitchFamily="34" charset="0"/>
                <a:ea typeface="Calibri" pitchFamily="34" charset="-122"/>
                <a:cs typeface="Calibri" pitchFamily="34" charset="-120"/>
              </a:rPr>
              <a:t>Data Extraction — LSTM Master Table</a:t>
            </a:r>
            <a:endParaRPr lang="en-US" sz="900"/>
          </a:p>
        </p:txBody>
      </p:sp>
      <p:graphicFrame>
        <p:nvGraphicFramePr>
          <p:cNvPr id="25" name="Table 24">
            <a:extLst>
              <a:ext uri="{FF2B5EF4-FFF2-40B4-BE49-F238E27FC236}">
                <a16:creationId xmlns:a16="http://schemas.microsoft.com/office/drawing/2014/main" id="{C873A8C7-C677-4BC6-B306-DF895BB2B5B3}"/>
              </a:ext>
            </a:extLst>
          </p:cNvPr>
          <p:cNvGraphicFramePr>
            <a:graphicFrameLocks noGrp="1"/>
          </p:cNvGraphicFramePr>
          <p:nvPr>
            <p:extLst>
              <p:ext uri="{D42A27DB-BD31-4B8C-83A1-F6EECF244321}">
                <p14:modId xmlns:p14="http://schemas.microsoft.com/office/powerpoint/2010/main" val="3263964306"/>
              </p:ext>
            </p:extLst>
          </p:nvPr>
        </p:nvGraphicFramePr>
        <p:xfrm>
          <a:off x="5212080" y="1123266"/>
          <a:ext cx="3657600" cy="762000"/>
        </p:xfrm>
        <a:graphic>
          <a:graphicData uri="http://schemas.openxmlformats.org/drawingml/2006/table">
            <a:tbl>
              <a:tblPr firstRow="1" firstCol="1" bandRow="1">
                <a:tableStyleId>{5C22544A-7EE6-4342-B048-85BDC9FD1C3A}</a:tableStyleId>
              </a:tblPr>
              <a:tblGrid>
                <a:gridCol w="1828800">
                  <a:extLst>
                    <a:ext uri="{9D8B030D-6E8A-4147-A177-3AD203B41FA5}">
                      <a16:colId xmlns:a16="http://schemas.microsoft.com/office/drawing/2014/main" val="1624256947"/>
                    </a:ext>
                  </a:extLst>
                </a:gridCol>
                <a:gridCol w="1828800">
                  <a:extLst>
                    <a:ext uri="{9D8B030D-6E8A-4147-A177-3AD203B41FA5}">
                      <a16:colId xmlns:a16="http://schemas.microsoft.com/office/drawing/2014/main" val="125952755"/>
                    </a:ext>
                  </a:extLst>
                </a:gridCol>
              </a:tblGrid>
              <a:tr h="190500">
                <a:tc>
                  <a:txBody>
                    <a:bodyPr/>
                    <a:lstStyle/>
                    <a:p>
                      <a:pPr algn="ctr" fontAlgn="base">
                        <a:lnSpc>
                          <a:spcPct val="115000"/>
                        </a:lnSpc>
                        <a:spcAft>
                          <a:spcPts val="800"/>
                        </a:spcAft>
                      </a:pPr>
                      <a:r>
                        <a:rPr lang="en-US" sz="1000">
                          <a:effectLst/>
                        </a:rPr>
                        <a:t>collection_id</a:t>
                      </a:r>
                      <a:r>
                        <a:rPr lang="en-CA" sz="1000">
                          <a:effectLst/>
                        </a:rPr>
                        <a:t> </a:t>
                      </a:r>
                      <a:endParaRPr lang="en-CA"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algn="ctr" fontAlgn="base">
                        <a:lnSpc>
                          <a:spcPct val="115000"/>
                        </a:lnSpc>
                        <a:spcAft>
                          <a:spcPts val="800"/>
                        </a:spcAft>
                      </a:pPr>
                      <a:r>
                        <a:rPr lang="en-US" sz="1000">
                          <a:effectLst/>
                        </a:rPr>
                        <a:t>instance_index</a:t>
                      </a:r>
                      <a:r>
                        <a:rPr lang="en-CA" sz="1000">
                          <a:effectLst/>
                        </a:rPr>
                        <a:t> </a:t>
                      </a:r>
                      <a:endParaRPr lang="en-CA"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4285627185"/>
                  </a:ext>
                </a:extLst>
              </a:tr>
              <a:tr h="190500">
                <a:tc>
                  <a:txBody>
                    <a:bodyPr/>
                    <a:lstStyle/>
                    <a:p>
                      <a:pPr algn="ctr" fontAlgn="base">
                        <a:lnSpc>
                          <a:spcPct val="115000"/>
                        </a:lnSpc>
                        <a:spcAft>
                          <a:spcPts val="800"/>
                        </a:spcAft>
                      </a:pPr>
                      <a:r>
                        <a:rPr lang="en-CA" sz="1000">
                          <a:effectLst/>
                        </a:rPr>
                        <a:t>201428 </a:t>
                      </a:r>
                      <a:endParaRPr lang="en-CA"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algn="ctr" fontAlgn="base">
                        <a:lnSpc>
                          <a:spcPct val="115000"/>
                        </a:lnSpc>
                        <a:spcAft>
                          <a:spcPts val="800"/>
                        </a:spcAft>
                      </a:pPr>
                      <a:r>
                        <a:rPr lang="en-CA" sz="1000">
                          <a:effectLst/>
                        </a:rPr>
                        <a:t>30 </a:t>
                      </a:r>
                      <a:endParaRPr lang="en-CA"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3514743610"/>
                  </a:ext>
                </a:extLst>
              </a:tr>
              <a:tr h="190500">
                <a:tc>
                  <a:txBody>
                    <a:bodyPr/>
                    <a:lstStyle/>
                    <a:p>
                      <a:pPr algn="ctr" fontAlgn="base">
                        <a:lnSpc>
                          <a:spcPct val="115000"/>
                        </a:lnSpc>
                        <a:spcAft>
                          <a:spcPts val="800"/>
                        </a:spcAft>
                      </a:pPr>
                      <a:r>
                        <a:rPr lang="en-CA" sz="1000">
                          <a:effectLst/>
                        </a:rPr>
                        <a:t>160102691 </a:t>
                      </a:r>
                      <a:endParaRPr lang="en-CA"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algn="ctr" fontAlgn="base">
                        <a:lnSpc>
                          <a:spcPct val="115000"/>
                        </a:lnSpc>
                        <a:spcAft>
                          <a:spcPts val="800"/>
                        </a:spcAft>
                      </a:pPr>
                      <a:r>
                        <a:rPr lang="en-CA" sz="1000">
                          <a:effectLst/>
                        </a:rPr>
                        <a:t>431 </a:t>
                      </a:r>
                      <a:endParaRPr lang="en-CA"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4255845285"/>
                  </a:ext>
                </a:extLst>
              </a:tr>
              <a:tr h="190500">
                <a:tc>
                  <a:txBody>
                    <a:bodyPr/>
                    <a:lstStyle/>
                    <a:p>
                      <a:pPr algn="ctr" fontAlgn="base">
                        <a:lnSpc>
                          <a:spcPct val="115000"/>
                        </a:lnSpc>
                        <a:spcAft>
                          <a:spcPts val="800"/>
                        </a:spcAft>
                      </a:pPr>
                      <a:r>
                        <a:rPr lang="en-CA" sz="1000">
                          <a:effectLst/>
                        </a:rPr>
                        <a:t>1495106086 </a:t>
                      </a:r>
                      <a:endParaRPr lang="en-CA"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algn="ctr" fontAlgn="base">
                        <a:lnSpc>
                          <a:spcPct val="115000"/>
                        </a:lnSpc>
                        <a:spcAft>
                          <a:spcPts val="800"/>
                        </a:spcAft>
                      </a:pPr>
                      <a:r>
                        <a:rPr lang="en-CA" sz="1000">
                          <a:effectLst/>
                        </a:rPr>
                        <a:t>7 </a:t>
                      </a:r>
                      <a:endParaRPr lang="en-CA"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4004105594"/>
                  </a:ext>
                </a:extLst>
              </a:tr>
            </a:tbl>
          </a:graphicData>
        </a:graphic>
      </p:graphicFrame>
      <p:sp>
        <p:nvSpPr>
          <p:cNvPr id="27" name="TextBox 26">
            <a:extLst>
              <a:ext uri="{FF2B5EF4-FFF2-40B4-BE49-F238E27FC236}">
                <a16:creationId xmlns:a16="http://schemas.microsoft.com/office/drawing/2014/main" id="{E7A54133-FD31-41E5-96E9-60CEA31C4D2F}"/>
              </a:ext>
            </a:extLst>
          </p:cNvPr>
          <p:cNvSpPr txBox="1"/>
          <p:nvPr/>
        </p:nvSpPr>
        <p:spPr>
          <a:xfrm>
            <a:off x="133984" y="701910"/>
            <a:ext cx="4895215" cy="1196353"/>
          </a:xfrm>
          <a:prstGeom prst="rect">
            <a:avLst/>
          </a:prstGeom>
          <a:noFill/>
        </p:spPr>
        <p:txBody>
          <a:bodyPr wrap="square">
            <a:spAutoFit/>
          </a:bodyPr>
          <a:lstStyle/>
          <a:p>
            <a:pPr fontAlgn="base">
              <a:lnSpc>
                <a:spcPct val="115000"/>
              </a:lnSpc>
              <a:spcAft>
                <a:spcPts val="800"/>
              </a:spcAft>
            </a:pPr>
            <a:r>
              <a:rPr lang="en-US" sz="1050" i="1" err="1">
                <a:solidFill>
                  <a:srgbClr val="64748B"/>
                </a:solidFill>
                <a:latin typeface="Calibri" pitchFamily="34" charset="0"/>
                <a:cs typeface="Calibri" pitchFamily="34" charset="-120"/>
              </a:rPr>
              <a:t>instance_usage</a:t>
            </a:r>
            <a:r>
              <a:rPr lang="en-US" sz="1050" i="1">
                <a:solidFill>
                  <a:srgbClr val="64748B"/>
                </a:solidFill>
                <a:latin typeface="Calibri" pitchFamily="34" charset="0"/>
                <a:cs typeface="Calibri" pitchFamily="34" charset="-120"/>
              </a:rPr>
              <a:t> contains one row per 5-minute measurement window per instance, recording CPU and memory consumption during that window. This CTE aggregates the usage rows to verify that each qualifying instance has enough measurements to be useful for LSTM training</a:t>
            </a:r>
            <a:r>
              <a:rPr lang="en-US" sz="1050" b="1" i="1">
                <a:solidFill>
                  <a:srgbClr val="64748B"/>
                </a:solidFill>
                <a:latin typeface="Calibri" pitchFamily="34" charset="0"/>
                <a:cs typeface="Calibri" pitchFamily="34" charset="-120"/>
              </a:rPr>
              <a:t>. One row of this CTE means: instance </a:t>
            </a:r>
            <a:r>
              <a:rPr lang="en-US" sz="1050" b="1" i="1" err="1">
                <a:solidFill>
                  <a:srgbClr val="64748B"/>
                </a:solidFill>
                <a:latin typeface="Calibri" pitchFamily="34" charset="0"/>
                <a:cs typeface="Calibri" pitchFamily="34" charset="-120"/>
              </a:rPr>
              <a:t>instance_index</a:t>
            </a:r>
            <a:r>
              <a:rPr lang="en-US" sz="1050" b="1" i="1">
                <a:solidFill>
                  <a:srgbClr val="64748B"/>
                </a:solidFill>
                <a:latin typeface="Calibri" pitchFamily="34" charset="0"/>
                <a:cs typeface="Calibri" pitchFamily="34" charset="-120"/>
              </a:rPr>
              <a:t> of job </a:t>
            </a:r>
            <a:r>
              <a:rPr lang="en-US" sz="1050" b="1" i="1" err="1">
                <a:solidFill>
                  <a:srgbClr val="64748B"/>
                </a:solidFill>
                <a:latin typeface="Calibri" pitchFamily="34" charset="0"/>
                <a:cs typeface="Calibri" pitchFamily="34" charset="-120"/>
              </a:rPr>
              <a:t>collection_id</a:t>
            </a:r>
            <a:r>
              <a:rPr lang="en-US" sz="1050" b="1" i="1">
                <a:solidFill>
                  <a:srgbClr val="64748B"/>
                </a:solidFill>
                <a:latin typeface="Calibri" pitchFamily="34" charset="0"/>
                <a:cs typeface="Calibri" pitchFamily="34" charset="-120"/>
              </a:rPr>
              <a:t> passed all eligibility checks and has at least 12 telemetry windows with non-trivial CPU activity.</a:t>
            </a:r>
            <a:r>
              <a:rPr lang="en-CA" sz="1050" b="1" i="1">
                <a:solidFill>
                  <a:srgbClr val="64748B"/>
                </a:solidFill>
                <a:latin typeface="Calibri" pitchFamily="34" charset="0"/>
                <a:cs typeface="Calibri" pitchFamily="34" charset="-120"/>
              </a:rPr>
              <a:t>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w="12700">
            <a:solidFill>
              <a:srgbClr val="1B2A4A"/>
            </a:solidFill>
            <a:prstDash val="solid"/>
          </a:ln>
        </p:spPr>
        <p:txBody>
          <a:bodyPr/>
          <a:lstStyle/>
          <a:p>
            <a:endParaRPr lang="en-US"/>
          </a:p>
        </p:txBody>
      </p:sp>
      <p:sp>
        <p:nvSpPr>
          <p:cNvPr id="4" name="Shape 2"/>
          <p:cNvSpPr/>
          <p:nvPr/>
        </p:nvSpPr>
        <p:spPr>
          <a:xfrm>
            <a:off x="6858000" y="109728"/>
            <a:ext cx="1920240" cy="237744"/>
          </a:xfrm>
          <a:prstGeom prst="rect">
            <a:avLst/>
          </a:prstGeom>
          <a:solidFill>
            <a:srgbClr val="2563EB">
              <a:alpha val="70000"/>
            </a:srgbClr>
          </a:solidFill>
          <a:ln w="12700">
            <a:solidFill>
              <a:srgbClr val="DBEAFE"/>
            </a:solidFill>
            <a:prstDash val="solid"/>
          </a:ln>
        </p:spPr>
        <p:txBody>
          <a:bodyPr/>
          <a:lstStyle/>
          <a:p>
            <a:endParaRPr lang="en-US"/>
          </a:p>
        </p:txBody>
      </p:sp>
      <p:sp>
        <p:nvSpPr>
          <p:cNvPr id="5" name="Text 3"/>
          <p:cNvSpPr/>
          <p:nvPr/>
        </p:nvSpPr>
        <p:spPr>
          <a:xfrm>
            <a:off x="6858000" y="109728"/>
            <a:ext cx="1920240" cy="237744"/>
          </a:xfrm>
          <a:prstGeom prst="rect">
            <a:avLst/>
          </a:prstGeom>
          <a:noFill/>
          <a:ln/>
        </p:spPr>
        <p:txBody>
          <a:bodyPr wrap="square" lIns="0" tIns="0" rIns="0" bIns="0" rtlCol="0" anchor="ctr"/>
          <a:lstStyle/>
          <a:p>
            <a:pPr marL="0" indent="0" algn="ctr">
              <a:buNone/>
            </a:pPr>
            <a:r>
              <a:rPr lang="en-US" sz="800" i="1">
                <a:solidFill>
                  <a:srgbClr val="FFFFFF"/>
                </a:solidFill>
                <a:latin typeface="Calibri" pitchFamily="34" charset="0"/>
                <a:ea typeface="Calibri" pitchFamily="34" charset="-122"/>
                <a:cs typeface="Calibri" pitchFamily="34" charset="-120"/>
              </a:rPr>
              <a:t>src: instance_events</a:t>
            </a:r>
            <a:endParaRPr lang="en-US" sz="800"/>
          </a:p>
        </p:txBody>
      </p:sp>
      <p:sp>
        <p:nvSpPr>
          <p:cNvPr id="34" name="Text 32"/>
          <p:cNvSpPr/>
          <p:nvPr/>
        </p:nvSpPr>
        <p:spPr>
          <a:xfrm>
            <a:off x="8046720" y="4892040"/>
            <a:ext cx="914400" cy="182880"/>
          </a:xfrm>
          <a:prstGeom prst="rect">
            <a:avLst/>
          </a:prstGeom>
          <a:noFill/>
          <a:ln/>
        </p:spPr>
        <p:txBody>
          <a:bodyPr wrap="square" rtlCol="0" anchor="ctr"/>
          <a:lstStyle/>
          <a:p>
            <a:pPr marL="0" indent="0" algn="r">
              <a:buNone/>
            </a:pPr>
            <a:r>
              <a:rPr lang="en-US" sz="900">
                <a:solidFill>
                  <a:srgbClr val="64748B"/>
                </a:solidFill>
                <a:latin typeface="Calibri" pitchFamily="34" charset="0"/>
                <a:ea typeface="Calibri" pitchFamily="34" charset="-122"/>
                <a:cs typeface="Calibri" pitchFamily="34" charset="-120"/>
              </a:rPr>
              <a:t>6 / 12</a:t>
            </a:r>
            <a:endParaRPr lang="en-US" sz="900"/>
          </a:p>
        </p:txBody>
      </p:sp>
      <p:sp>
        <p:nvSpPr>
          <p:cNvPr id="35" name="Text 33"/>
          <p:cNvSpPr/>
          <p:nvPr/>
        </p:nvSpPr>
        <p:spPr>
          <a:xfrm>
            <a:off x="365760" y="4892040"/>
            <a:ext cx="5486400" cy="182880"/>
          </a:xfrm>
          <a:prstGeom prst="rect">
            <a:avLst/>
          </a:prstGeom>
          <a:noFill/>
          <a:ln/>
        </p:spPr>
        <p:txBody>
          <a:bodyPr wrap="square" rtlCol="0" anchor="ctr"/>
          <a:lstStyle/>
          <a:p>
            <a:pPr marL="0" indent="0" algn="l">
              <a:buNone/>
            </a:pPr>
            <a:r>
              <a:rPr lang="en-CA" sz="900">
                <a:solidFill>
                  <a:srgbClr val="64748B"/>
                </a:solidFill>
                <a:latin typeface="Calibri" pitchFamily="34" charset="0"/>
                <a:ea typeface="Calibri" pitchFamily="34" charset="-122"/>
                <a:cs typeface="Calibri" pitchFamily="34" charset="-120"/>
              </a:rPr>
              <a:t>Data Extraction — LSTM Master Table</a:t>
            </a:r>
            <a:endParaRPr lang="en-US" sz="900"/>
          </a:p>
        </p:txBody>
      </p:sp>
      <p:sp>
        <p:nvSpPr>
          <p:cNvPr id="17" name="TextBox 16">
            <a:extLst>
              <a:ext uri="{FF2B5EF4-FFF2-40B4-BE49-F238E27FC236}">
                <a16:creationId xmlns:a16="http://schemas.microsoft.com/office/drawing/2014/main" id="{FEE3754B-B55C-4706-B242-318C15EF96E3}"/>
              </a:ext>
            </a:extLst>
          </p:cNvPr>
          <p:cNvSpPr txBox="1"/>
          <p:nvPr/>
        </p:nvSpPr>
        <p:spPr>
          <a:xfrm>
            <a:off x="194310" y="2453130"/>
            <a:ext cx="8507096" cy="1107996"/>
          </a:xfrm>
          <a:prstGeom prst="rect">
            <a:avLst/>
          </a:prstGeom>
          <a:noFill/>
        </p:spPr>
        <p:txBody>
          <a:bodyPr wrap="square">
            <a:spAutoFit/>
          </a:bodyPr>
          <a:lstStyle/>
          <a:p>
            <a:endParaRPr lang="en-CA" sz="1100"/>
          </a:p>
          <a:p>
            <a:r>
              <a:rPr lang="en-CA" sz="1100"/>
              <a:t>Approach 1 set 100 windows (8.3 hours), but Approach 2's EDA threshold table made the population cost of those stricter floors concrete: </a:t>
            </a:r>
            <a:r>
              <a:rPr lang="en-CA" sz="1100">
                <a:highlight>
                  <a:srgbClr val="FFFF00"/>
                </a:highlight>
              </a:rPr>
              <a:t>at 24 windows only 36.9% of instances survive, at 48 windows roughly 30% survive, and at 100 windows only 27.1% survive </a:t>
            </a:r>
            <a:r>
              <a:rPr lang="en-CA" sz="1100"/>
              <a:t>— each step above the architectural minimum discards a large fraction of the dataset for a relatively small gain in sequence quality. </a:t>
            </a:r>
            <a:r>
              <a:rPr lang="en-CA" sz="1100" b="1"/>
              <a:t>Twelve windows was therefore chosen as the lowest defensible floor: it retains 42.1% of the population, preserves diversity across short burst jobs and long-running services, and leaves the final decision about lookback length and padding strategy to the preprocessing notebook, where it belongs.</a:t>
            </a:r>
          </a:p>
        </p:txBody>
      </p:sp>
      <p:pic>
        <p:nvPicPr>
          <p:cNvPr id="14" name="Picture 13">
            <a:extLst>
              <a:ext uri="{FF2B5EF4-FFF2-40B4-BE49-F238E27FC236}">
                <a16:creationId xmlns:a16="http://schemas.microsoft.com/office/drawing/2014/main" id="{030D6DBF-2255-44DE-B2F4-3875281C1670}"/>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40000" contrast="-40000"/>
                    </a14:imgEffect>
                  </a14:imgLayer>
                </a14:imgProps>
              </a:ext>
            </a:extLst>
          </a:blip>
          <a:stretch>
            <a:fillRect/>
          </a:stretch>
        </p:blipFill>
        <p:spPr>
          <a:xfrm>
            <a:off x="0" y="1173364"/>
            <a:ext cx="9144000" cy="1139889"/>
          </a:xfrm>
          <a:prstGeom prst="rect">
            <a:avLst/>
          </a:prstGeom>
        </p:spPr>
      </p:pic>
      <p:pic>
        <p:nvPicPr>
          <p:cNvPr id="20" name="Picture 19">
            <a:extLst>
              <a:ext uri="{FF2B5EF4-FFF2-40B4-BE49-F238E27FC236}">
                <a16:creationId xmlns:a16="http://schemas.microsoft.com/office/drawing/2014/main" id="{12BC4F90-891F-4C6C-8672-DB25E765A043}"/>
              </a:ext>
            </a:extLst>
          </p:cNvPr>
          <p:cNvPicPr>
            <a:picLocks noChangeAspect="1"/>
          </p:cNvPicPr>
          <p:nvPr/>
        </p:nvPicPr>
        <p:blipFill rotWithShape="1">
          <a:blip r:embed="rId5">
            <a:extLst>
              <a:ext uri="{BEBA8EAE-BF5A-486C-A8C5-ECC9F3942E4B}">
                <a14:imgProps xmlns:a14="http://schemas.microsoft.com/office/drawing/2010/main">
                  <a14:imgLayer r:embed="rId6">
                    <a14:imgEffect>
                      <a14:brightnessContrast bright="40000" contrast="-40000"/>
                    </a14:imgEffect>
                  </a14:imgLayer>
                </a14:imgProps>
              </a:ext>
            </a:extLst>
          </a:blip>
          <a:srcRect l="520" t="27646" r="1999" b="61689"/>
          <a:stretch/>
        </p:blipFill>
        <p:spPr>
          <a:xfrm>
            <a:off x="0" y="901700"/>
            <a:ext cx="9147432" cy="266700"/>
          </a:xfrm>
          <a:prstGeom prst="rect">
            <a:avLst/>
          </a:prstGeom>
        </p:spPr>
      </p:pic>
      <p:sp>
        <p:nvSpPr>
          <p:cNvPr id="11" name="Text 1">
            <a:extLst>
              <a:ext uri="{FF2B5EF4-FFF2-40B4-BE49-F238E27FC236}">
                <a16:creationId xmlns:a16="http://schemas.microsoft.com/office/drawing/2014/main" id="{6580C78A-5DFC-4E35-B44C-8056F35FA851}"/>
              </a:ext>
            </a:extLst>
          </p:cNvPr>
          <p:cNvSpPr/>
          <p:nvPr/>
        </p:nvSpPr>
        <p:spPr>
          <a:xfrm>
            <a:off x="365760" y="0"/>
            <a:ext cx="7498080" cy="658368"/>
          </a:xfrm>
          <a:prstGeom prst="rect">
            <a:avLst/>
          </a:prstGeom>
          <a:noFill/>
          <a:ln/>
        </p:spPr>
        <p:txBody>
          <a:bodyPr wrap="square" lIns="0" tIns="0" rIns="0" bIns="0" rtlCol="0" anchor="ctr"/>
          <a:lstStyle/>
          <a:p>
            <a:pPr marL="0" indent="0">
              <a:buNone/>
            </a:pPr>
            <a:r>
              <a:rPr lang="en-US" sz="2000" b="1">
                <a:solidFill>
                  <a:srgbClr val="FFFFFF"/>
                </a:solidFill>
                <a:latin typeface="Calibri" pitchFamily="34" charset="0"/>
                <a:ea typeface="Calibri" pitchFamily="34" charset="-122"/>
                <a:cs typeface="Calibri" pitchFamily="34" charset="-120"/>
              </a:rPr>
              <a:t>CTE 6 — </a:t>
            </a:r>
            <a:r>
              <a:rPr lang="en-US" sz="2000" b="1" err="1">
                <a:solidFill>
                  <a:srgbClr val="FFFFFF"/>
                </a:solidFill>
                <a:latin typeface="Calibri" pitchFamily="34" charset="0"/>
                <a:ea typeface="Calibri" pitchFamily="34" charset="-122"/>
                <a:cs typeface="Calibri" pitchFamily="34" charset="-120"/>
              </a:rPr>
              <a:t>usage_quality</a:t>
            </a:r>
            <a:r>
              <a:rPr lang="en-US" sz="2000" b="1">
                <a:solidFill>
                  <a:srgbClr val="FFFFFF"/>
                </a:solidFill>
                <a:latin typeface="Calibri" pitchFamily="34" charset="0"/>
                <a:ea typeface="Calibri" pitchFamily="34" charset="-122"/>
                <a:cs typeface="Calibri" pitchFamily="34" charset="-120"/>
              </a:rPr>
              <a:t>  ·  </a:t>
            </a:r>
            <a:r>
              <a:rPr lang="en-US" sz="2000" b="1" err="1">
                <a:solidFill>
                  <a:srgbClr val="FFFFFF"/>
                </a:solidFill>
                <a:latin typeface="Calibri" pitchFamily="34" charset="0"/>
                <a:ea typeface="Calibri" pitchFamily="34" charset="-122"/>
                <a:cs typeface="Calibri" pitchFamily="34" charset="-120"/>
              </a:rPr>
              <a:t>instance_usage</a:t>
            </a:r>
            <a:endParaRPr lang="en-US" sz="2000"/>
          </a:p>
        </p:txBody>
      </p:sp>
    </p:spTree>
    <p:extLst>
      <p:ext uri="{BB962C8B-B14F-4D97-AF65-F5344CB8AC3E}">
        <p14:creationId xmlns:p14="http://schemas.microsoft.com/office/powerpoint/2010/main" val="1257808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5D4EEFC-4834-FAE5-63BD-6A1AD00ECB8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2D31F42-D48F-0137-2B7B-9779D6AF4D3B}"/>
              </a:ext>
            </a:extLst>
          </p:cNvPr>
          <p:cNvSpPr/>
          <p:nvPr/>
        </p:nvSpPr>
        <p:spPr>
          <a:xfrm>
            <a:off x="0" y="0"/>
            <a:ext cx="9144000" cy="658368"/>
          </a:xfrm>
          <a:prstGeom prst="rect">
            <a:avLst/>
          </a:prstGeom>
          <a:solidFill>
            <a:srgbClr val="1B2A4A"/>
          </a:solidFill>
          <a:ln w="12700">
            <a:solidFill>
              <a:srgbClr val="1B2A4A"/>
            </a:solidFill>
            <a:prstDash val="solid"/>
          </a:ln>
        </p:spPr>
        <p:txBody>
          <a:bodyPr/>
          <a:lstStyle/>
          <a:p>
            <a:endParaRPr lang="en-CA"/>
          </a:p>
        </p:txBody>
      </p:sp>
      <p:sp>
        <p:nvSpPr>
          <p:cNvPr id="3" name="Text 1">
            <a:extLst>
              <a:ext uri="{FF2B5EF4-FFF2-40B4-BE49-F238E27FC236}">
                <a16:creationId xmlns:a16="http://schemas.microsoft.com/office/drawing/2014/main" id="{3251BEDE-7834-8674-B2A5-D13A1DD2475E}"/>
              </a:ext>
            </a:extLst>
          </p:cNvPr>
          <p:cNvSpPr/>
          <p:nvPr/>
        </p:nvSpPr>
        <p:spPr>
          <a:xfrm>
            <a:off x="365760" y="0"/>
            <a:ext cx="8412480" cy="658368"/>
          </a:xfrm>
          <a:prstGeom prst="rect">
            <a:avLst/>
          </a:prstGeom>
          <a:noFill/>
          <a:ln/>
        </p:spPr>
        <p:txBody>
          <a:bodyPr wrap="square" lIns="0" tIns="0" rIns="0" bIns="0" rtlCol="0" anchor="ctr"/>
          <a:lstStyle/>
          <a:p>
            <a:r>
              <a:rPr lang="en-US" sz="2200" b="1">
                <a:solidFill>
                  <a:srgbClr val="FFFFFF"/>
                </a:solidFill>
                <a:latin typeface="Calibri"/>
                <a:ea typeface="Calibri"/>
                <a:cs typeface="Calibri"/>
              </a:rPr>
              <a:t>EDA – General Description</a:t>
            </a:r>
            <a:endParaRPr lang="en-US" sz="2200"/>
          </a:p>
        </p:txBody>
      </p:sp>
      <p:sp>
        <p:nvSpPr>
          <p:cNvPr id="49" name="Text 47">
            <a:extLst>
              <a:ext uri="{FF2B5EF4-FFF2-40B4-BE49-F238E27FC236}">
                <a16:creationId xmlns:a16="http://schemas.microsoft.com/office/drawing/2014/main" id="{332AF497-4C85-E967-27DC-BD650983B09F}"/>
              </a:ext>
            </a:extLst>
          </p:cNvPr>
          <p:cNvSpPr/>
          <p:nvPr/>
        </p:nvSpPr>
        <p:spPr>
          <a:xfrm>
            <a:off x="8046720" y="4892040"/>
            <a:ext cx="914400" cy="182880"/>
          </a:xfrm>
          <a:prstGeom prst="rect">
            <a:avLst/>
          </a:prstGeom>
          <a:noFill/>
          <a:ln/>
        </p:spPr>
        <p:txBody>
          <a:bodyPr wrap="square" rtlCol="0" anchor="ctr"/>
          <a:lstStyle/>
          <a:p>
            <a:pPr marL="0" indent="0" algn="r">
              <a:buNone/>
            </a:pPr>
            <a:r>
              <a:rPr lang="en-US" sz="900">
                <a:solidFill>
                  <a:srgbClr val="64748B"/>
                </a:solidFill>
                <a:latin typeface="Calibri" pitchFamily="34" charset="0"/>
                <a:ea typeface="Calibri" pitchFamily="34" charset="-122"/>
                <a:cs typeface="Calibri" pitchFamily="34" charset="-120"/>
              </a:rPr>
              <a:t>9 / 12</a:t>
            </a:r>
            <a:endParaRPr lang="en-US" sz="900"/>
          </a:p>
        </p:txBody>
      </p:sp>
      <p:pic>
        <p:nvPicPr>
          <p:cNvPr id="4" name="Picture 3" descr="A screenshot of a computer&#10;&#10;AI-generated content may be incorrect.">
            <a:extLst>
              <a:ext uri="{FF2B5EF4-FFF2-40B4-BE49-F238E27FC236}">
                <a16:creationId xmlns:a16="http://schemas.microsoft.com/office/drawing/2014/main" id="{6294C0BC-0E8F-C5A7-B5EB-15716B7B0047}"/>
              </a:ext>
            </a:extLst>
          </p:cNvPr>
          <p:cNvPicPr>
            <a:picLocks noChangeAspect="1"/>
          </p:cNvPicPr>
          <p:nvPr/>
        </p:nvPicPr>
        <p:blipFill>
          <a:blip r:embed="rId3"/>
          <a:stretch>
            <a:fillRect/>
          </a:stretch>
        </p:blipFill>
        <p:spPr>
          <a:xfrm>
            <a:off x="1387322" y="959937"/>
            <a:ext cx="6369354" cy="3403687"/>
          </a:xfrm>
          <a:prstGeom prst="rect">
            <a:avLst/>
          </a:prstGeom>
        </p:spPr>
      </p:pic>
    </p:spTree>
    <p:extLst>
      <p:ext uri="{BB962C8B-B14F-4D97-AF65-F5344CB8AC3E}">
        <p14:creationId xmlns:p14="http://schemas.microsoft.com/office/powerpoint/2010/main" val="30527950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B539415-0F5E-2009-07BA-73A51B8513D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8BDA0AF-7F2C-F38D-5627-C9B065051B04}"/>
              </a:ext>
            </a:extLst>
          </p:cNvPr>
          <p:cNvSpPr/>
          <p:nvPr/>
        </p:nvSpPr>
        <p:spPr>
          <a:xfrm>
            <a:off x="0" y="0"/>
            <a:ext cx="9144000" cy="658368"/>
          </a:xfrm>
          <a:prstGeom prst="rect">
            <a:avLst/>
          </a:prstGeom>
          <a:solidFill>
            <a:srgbClr val="1B2A4A"/>
          </a:solidFill>
          <a:ln w="12700">
            <a:solidFill>
              <a:srgbClr val="1B2A4A"/>
            </a:solidFill>
            <a:prstDash val="solid"/>
          </a:ln>
        </p:spPr>
        <p:txBody>
          <a:bodyPr/>
          <a:lstStyle/>
          <a:p>
            <a:endParaRPr lang="en-CA"/>
          </a:p>
        </p:txBody>
      </p:sp>
      <p:sp>
        <p:nvSpPr>
          <p:cNvPr id="3" name="Text 1">
            <a:extLst>
              <a:ext uri="{FF2B5EF4-FFF2-40B4-BE49-F238E27FC236}">
                <a16:creationId xmlns:a16="http://schemas.microsoft.com/office/drawing/2014/main" id="{CBA10CF6-45AB-3985-97CE-C5E34A7395C0}"/>
              </a:ext>
            </a:extLst>
          </p:cNvPr>
          <p:cNvSpPr/>
          <p:nvPr/>
        </p:nvSpPr>
        <p:spPr>
          <a:xfrm>
            <a:off x="365760" y="0"/>
            <a:ext cx="8412480" cy="658368"/>
          </a:xfrm>
          <a:prstGeom prst="rect">
            <a:avLst/>
          </a:prstGeom>
          <a:noFill/>
          <a:ln/>
        </p:spPr>
        <p:txBody>
          <a:bodyPr wrap="square" lIns="0" tIns="0" rIns="0" bIns="0" rtlCol="0" anchor="ctr"/>
          <a:lstStyle/>
          <a:p>
            <a:r>
              <a:rPr lang="en-US" sz="2200" b="1">
                <a:solidFill>
                  <a:srgbClr val="FFFFFF"/>
                </a:solidFill>
                <a:latin typeface="Calibri"/>
                <a:ea typeface="Calibri"/>
                <a:cs typeface="Calibri"/>
              </a:rPr>
              <a:t>EDA – Columns Inventory</a:t>
            </a:r>
            <a:endParaRPr lang="en-US" sz="2200"/>
          </a:p>
        </p:txBody>
      </p:sp>
      <p:sp>
        <p:nvSpPr>
          <p:cNvPr id="49" name="Text 47">
            <a:extLst>
              <a:ext uri="{FF2B5EF4-FFF2-40B4-BE49-F238E27FC236}">
                <a16:creationId xmlns:a16="http://schemas.microsoft.com/office/drawing/2014/main" id="{00E53C7D-B9A7-0FD0-1E9B-B8E024CB8E1B}"/>
              </a:ext>
            </a:extLst>
          </p:cNvPr>
          <p:cNvSpPr/>
          <p:nvPr/>
        </p:nvSpPr>
        <p:spPr>
          <a:xfrm>
            <a:off x="8046720" y="4892040"/>
            <a:ext cx="914400" cy="182880"/>
          </a:xfrm>
          <a:prstGeom prst="rect">
            <a:avLst/>
          </a:prstGeom>
          <a:noFill/>
          <a:ln/>
        </p:spPr>
        <p:txBody>
          <a:bodyPr wrap="square" rtlCol="0" anchor="ctr"/>
          <a:lstStyle/>
          <a:p>
            <a:pPr marL="0" indent="0" algn="r">
              <a:buNone/>
            </a:pPr>
            <a:r>
              <a:rPr lang="en-US" sz="900">
                <a:solidFill>
                  <a:srgbClr val="64748B"/>
                </a:solidFill>
                <a:latin typeface="Calibri" pitchFamily="34" charset="0"/>
                <a:ea typeface="Calibri" pitchFamily="34" charset="-122"/>
                <a:cs typeface="Calibri" pitchFamily="34" charset="-120"/>
              </a:rPr>
              <a:t>9 / 12</a:t>
            </a:r>
            <a:endParaRPr lang="en-US" sz="900"/>
          </a:p>
        </p:txBody>
      </p:sp>
      <p:pic>
        <p:nvPicPr>
          <p:cNvPr id="5" name="Picture 4" descr="A screenshot of a computer&#10;&#10;AI-generated content may be incorrect.">
            <a:extLst>
              <a:ext uri="{FF2B5EF4-FFF2-40B4-BE49-F238E27FC236}">
                <a16:creationId xmlns:a16="http://schemas.microsoft.com/office/drawing/2014/main" id="{6E841257-D06D-DFEF-6379-4E9F72480F2F}"/>
              </a:ext>
            </a:extLst>
          </p:cNvPr>
          <p:cNvPicPr>
            <a:picLocks noChangeAspect="1"/>
          </p:cNvPicPr>
          <p:nvPr/>
        </p:nvPicPr>
        <p:blipFill>
          <a:blip r:embed="rId3"/>
          <a:stretch>
            <a:fillRect/>
          </a:stretch>
        </p:blipFill>
        <p:spPr>
          <a:xfrm>
            <a:off x="1157288" y="920924"/>
            <a:ext cx="6829425" cy="3505200"/>
          </a:xfrm>
          <a:prstGeom prst="rect">
            <a:avLst/>
          </a:prstGeom>
        </p:spPr>
      </p:pic>
    </p:spTree>
    <p:extLst>
      <p:ext uri="{BB962C8B-B14F-4D97-AF65-F5344CB8AC3E}">
        <p14:creationId xmlns:p14="http://schemas.microsoft.com/office/powerpoint/2010/main" val="29310265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D7EE3DF-2965-B48A-0BC4-BB3F36C6D3A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55D53E4-17B7-6BA4-9A34-0C3769CC9DB9}"/>
              </a:ext>
            </a:extLst>
          </p:cNvPr>
          <p:cNvSpPr/>
          <p:nvPr/>
        </p:nvSpPr>
        <p:spPr>
          <a:xfrm>
            <a:off x="0" y="0"/>
            <a:ext cx="9144000" cy="658368"/>
          </a:xfrm>
          <a:prstGeom prst="rect">
            <a:avLst/>
          </a:prstGeom>
          <a:solidFill>
            <a:srgbClr val="1B2A4A"/>
          </a:solidFill>
          <a:ln w="12700">
            <a:solidFill>
              <a:srgbClr val="1B2A4A"/>
            </a:solidFill>
            <a:prstDash val="solid"/>
          </a:ln>
        </p:spPr>
        <p:txBody>
          <a:bodyPr/>
          <a:lstStyle/>
          <a:p>
            <a:endParaRPr lang="en-CA"/>
          </a:p>
        </p:txBody>
      </p:sp>
      <p:sp>
        <p:nvSpPr>
          <p:cNvPr id="3" name="Text 1">
            <a:extLst>
              <a:ext uri="{FF2B5EF4-FFF2-40B4-BE49-F238E27FC236}">
                <a16:creationId xmlns:a16="http://schemas.microsoft.com/office/drawing/2014/main" id="{0BE463DB-CE0A-545F-B72E-AA16EF237AD4}"/>
              </a:ext>
            </a:extLst>
          </p:cNvPr>
          <p:cNvSpPr/>
          <p:nvPr/>
        </p:nvSpPr>
        <p:spPr>
          <a:xfrm>
            <a:off x="365760" y="0"/>
            <a:ext cx="8412480" cy="658368"/>
          </a:xfrm>
          <a:prstGeom prst="rect">
            <a:avLst/>
          </a:prstGeom>
          <a:noFill/>
          <a:ln/>
        </p:spPr>
        <p:txBody>
          <a:bodyPr wrap="square" lIns="0" tIns="0" rIns="0" bIns="0" rtlCol="0" anchor="ctr"/>
          <a:lstStyle/>
          <a:p>
            <a:r>
              <a:rPr lang="en-US" sz="2200" b="1">
                <a:solidFill>
                  <a:srgbClr val="FFFFFF"/>
                </a:solidFill>
                <a:latin typeface="Calibri"/>
                <a:ea typeface="Calibri"/>
                <a:cs typeface="Calibri"/>
              </a:rPr>
              <a:t>EDA – Most Important Findings - 1</a:t>
            </a:r>
            <a:endParaRPr lang="en-US" sz="2200"/>
          </a:p>
        </p:txBody>
      </p:sp>
      <p:sp>
        <p:nvSpPr>
          <p:cNvPr id="49" name="Text 47">
            <a:extLst>
              <a:ext uri="{FF2B5EF4-FFF2-40B4-BE49-F238E27FC236}">
                <a16:creationId xmlns:a16="http://schemas.microsoft.com/office/drawing/2014/main" id="{03714413-F20F-F3AF-F31E-B9811C890DDC}"/>
              </a:ext>
            </a:extLst>
          </p:cNvPr>
          <p:cNvSpPr/>
          <p:nvPr/>
        </p:nvSpPr>
        <p:spPr>
          <a:xfrm>
            <a:off x="8046720" y="4892040"/>
            <a:ext cx="914400" cy="182880"/>
          </a:xfrm>
          <a:prstGeom prst="rect">
            <a:avLst/>
          </a:prstGeom>
          <a:noFill/>
          <a:ln/>
        </p:spPr>
        <p:txBody>
          <a:bodyPr wrap="square" rtlCol="0" anchor="ctr"/>
          <a:lstStyle/>
          <a:p>
            <a:pPr marL="0" indent="0" algn="r">
              <a:buNone/>
            </a:pPr>
            <a:r>
              <a:rPr lang="en-US" sz="900">
                <a:solidFill>
                  <a:srgbClr val="64748B"/>
                </a:solidFill>
                <a:latin typeface="Calibri" pitchFamily="34" charset="0"/>
                <a:ea typeface="Calibri" pitchFamily="34" charset="-122"/>
                <a:cs typeface="Calibri" pitchFamily="34" charset="-120"/>
              </a:rPr>
              <a:t>9 / 12</a:t>
            </a:r>
            <a:endParaRPr lang="en-US" sz="900"/>
          </a:p>
        </p:txBody>
      </p:sp>
      <p:sp>
        <p:nvSpPr>
          <p:cNvPr id="4" name="TextBox 3">
            <a:extLst>
              <a:ext uri="{FF2B5EF4-FFF2-40B4-BE49-F238E27FC236}">
                <a16:creationId xmlns:a16="http://schemas.microsoft.com/office/drawing/2014/main" id="{05C290F3-6B15-A84B-A07E-14C399BFA313}"/>
              </a:ext>
            </a:extLst>
          </p:cNvPr>
          <p:cNvSpPr txBox="1"/>
          <p:nvPr/>
        </p:nvSpPr>
        <p:spPr>
          <a:xfrm>
            <a:off x="289665" y="966853"/>
            <a:ext cx="855684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mn-lt"/>
                <a:cs typeface="+mn-lt"/>
              </a:rPr>
              <a:t>Dataset is nearly perfect quality</a:t>
            </a:r>
            <a:r>
              <a:rPr lang="en-US">
                <a:ea typeface="+mn-lt"/>
                <a:cs typeface="+mn-lt"/>
              </a:rPr>
              <a:t> — 0 duplicates, 0 negative durations, only 0.12% missing values</a:t>
            </a:r>
            <a:endParaRPr lang="en-US"/>
          </a:p>
        </p:txBody>
      </p:sp>
      <p:pic>
        <p:nvPicPr>
          <p:cNvPr id="5" name="Picture 4" descr="A screenshot of a graph&#10;&#10;AI-generated content may be incorrect.">
            <a:extLst>
              <a:ext uri="{FF2B5EF4-FFF2-40B4-BE49-F238E27FC236}">
                <a16:creationId xmlns:a16="http://schemas.microsoft.com/office/drawing/2014/main" id="{9E303377-F5BE-38B2-3D5C-0CF8E9FA6C98}"/>
              </a:ext>
            </a:extLst>
          </p:cNvPr>
          <p:cNvPicPr>
            <a:picLocks noChangeAspect="1"/>
          </p:cNvPicPr>
          <p:nvPr/>
        </p:nvPicPr>
        <p:blipFill>
          <a:blip r:embed="rId3"/>
          <a:stretch>
            <a:fillRect/>
          </a:stretch>
        </p:blipFill>
        <p:spPr>
          <a:xfrm>
            <a:off x="1456477" y="1871335"/>
            <a:ext cx="5831779" cy="2387253"/>
          </a:xfrm>
          <a:prstGeom prst="rect">
            <a:avLst/>
          </a:prstGeom>
        </p:spPr>
      </p:pic>
    </p:spTree>
    <p:extLst>
      <p:ext uri="{BB962C8B-B14F-4D97-AF65-F5344CB8AC3E}">
        <p14:creationId xmlns:p14="http://schemas.microsoft.com/office/powerpoint/2010/main" val="18394362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DBF9E28-43DE-E72B-C6A9-E7A164B7AF4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7ADB262-611B-CFA4-30CF-42370991BAD2}"/>
              </a:ext>
            </a:extLst>
          </p:cNvPr>
          <p:cNvSpPr/>
          <p:nvPr/>
        </p:nvSpPr>
        <p:spPr>
          <a:xfrm>
            <a:off x="0" y="0"/>
            <a:ext cx="9144000" cy="658368"/>
          </a:xfrm>
          <a:prstGeom prst="rect">
            <a:avLst/>
          </a:prstGeom>
          <a:solidFill>
            <a:srgbClr val="1B2A4A"/>
          </a:solidFill>
          <a:ln w="12700">
            <a:solidFill>
              <a:srgbClr val="1B2A4A"/>
            </a:solidFill>
            <a:prstDash val="solid"/>
          </a:ln>
        </p:spPr>
        <p:txBody>
          <a:bodyPr/>
          <a:lstStyle/>
          <a:p>
            <a:endParaRPr lang="en-CA"/>
          </a:p>
        </p:txBody>
      </p:sp>
      <p:sp>
        <p:nvSpPr>
          <p:cNvPr id="3" name="Text 1">
            <a:extLst>
              <a:ext uri="{FF2B5EF4-FFF2-40B4-BE49-F238E27FC236}">
                <a16:creationId xmlns:a16="http://schemas.microsoft.com/office/drawing/2014/main" id="{63C92A0F-1DC8-F811-FFF4-21845FB800D9}"/>
              </a:ext>
            </a:extLst>
          </p:cNvPr>
          <p:cNvSpPr/>
          <p:nvPr/>
        </p:nvSpPr>
        <p:spPr>
          <a:xfrm>
            <a:off x="365760" y="0"/>
            <a:ext cx="8412480" cy="658368"/>
          </a:xfrm>
          <a:prstGeom prst="rect">
            <a:avLst/>
          </a:prstGeom>
          <a:noFill/>
          <a:ln/>
        </p:spPr>
        <p:txBody>
          <a:bodyPr wrap="square" lIns="0" tIns="0" rIns="0" bIns="0" rtlCol="0" anchor="ctr"/>
          <a:lstStyle/>
          <a:p>
            <a:r>
              <a:rPr lang="en-US" sz="2200" b="1">
                <a:solidFill>
                  <a:srgbClr val="FFFFFF"/>
                </a:solidFill>
                <a:latin typeface="Calibri"/>
                <a:ea typeface="Calibri"/>
                <a:cs typeface="Calibri"/>
              </a:rPr>
              <a:t>EDA – Most Important Findings - 2</a:t>
            </a:r>
            <a:endParaRPr lang="en-US" sz="2200"/>
          </a:p>
        </p:txBody>
      </p:sp>
      <p:sp>
        <p:nvSpPr>
          <p:cNvPr id="49" name="Text 47">
            <a:extLst>
              <a:ext uri="{FF2B5EF4-FFF2-40B4-BE49-F238E27FC236}">
                <a16:creationId xmlns:a16="http://schemas.microsoft.com/office/drawing/2014/main" id="{EAE2022F-92C9-85C4-349A-0C617FC3F4F1}"/>
              </a:ext>
            </a:extLst>
          </p:cNvPr>
          <p:cNvSpPr/>
          <p:nvPr/>
        </p:nvSpPr>
        <p:spPr>
          <a:xfrm>
            <a:off x="8046720" y="4892040"/>
            <a:ext cx="914400" cy="182880"/>
          </a:xfrm>
          <a:prstGeom prst="rect">
            <a:avLst/>
          </a:prstGeom>
          <a:noFill/>
          <a:ln/>
        </p:spPr>
        <p:txBody>
          <a:bodyPr wrap="square" rtlCol="0" anchor="ctr"/>
          <a:lstStyle/>
          <a:p>
            <a:pPr marL="0" indent="0" algn="r">
              <a:buNone/>
            </a:pPr>
            <a:r>
              <a:rPr lang="en-US" sz="900">
                <a:solidFill>
                  <a:srgbClr val="64748B"/>
                </a:solidFill>
                <a:latin typeface="Calibri" pitchFamily="34" charset="0"/>
                <a:ea typeface="Calibri" pitchFamily="34" charset="-122"/>
                <a:cs typeface="Calibri" pitchFamily="34" charset="-120"/>
              </a:rPr>
              <a:t>9 / 12</a:t>
            </a:r>
            <a:endParaRPr lang="en-US" sz="900"/>
          </a:p>
        </p:txBody>
      </p:sp>
      <p:pic>
        <p:nvPicPr>
          <p:cNvPr id="6" name="Picture 5" descr="A screenshot of a computer&#10;&#10;AI-generated content may be incorrect.">
            <a:extLst>
              <a:ext uri="{FF2B5EF4-FFF2-40B4-BE49-F238E27FC236}">
                <a16:creationId xmlns:a16="http://schemas.microsoft.com/office/drawing/2014/main" id="{2BC5A7CD-2AA4-103E-331E-F22A2732BDAA}"/>
              </a:ext>
            </a:extLst>
          </p:cNvPr>
          <p:cNvPicPr>
            <a:picLocks noChangeAspect="1"/>
          </p:cNvPicPr>
          <p:nvPr/>
        </p:nvPicPr>
        <p:blipFill>
          <a:blip r:embed="rId3"/>
          <a:stretch>
            <a:fillRect/>
          </a:stretch>
        </p:blipFill>
        <p:spPr>
          <a:xfrm>
            <a:off x="1235576" y="1469524"/>
            <a:ext cx="6829425" cy="3190875"/>
          </a:xfrm>
          <a:prstGeom prst="rect">
            <a:avLst/>
          </a:prstGeom>
        </p:spPr>
      </p:pic>
      <p:sp>
        <p:nvSpPr>
          <p:cNvPr id="4" name="TextBox 3">
            <a:extLst>
              <a:ext uri="{FF2B5EF4-FFF2-40B4-BE49-F238E27FC236}">
                <a16:creationId xmlns:a16="http://schemas.microsoft.com/office/drawing/2014/main" id="{1D1C9347-ED9C-A95E-D142-E80B4557571A}"/>
              </a:ext>
            </a:extLst>
          </p:cNvPr>
          <p:cNvSpPr txBox="1"/>
          <p:nvPr/>
        </p:nvSpPr>
        <p:spPr>
          <a:xfrm>
            <a:off x="367953" y="825935"/>
            <a:ext cx="855684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100% sequence usability</a:t>
            </a:r>
            <a:r>
              <a:rPr lang="en-US"/>
              <a:t> — All 794 instances meet the 12-window minimum; ~1.009M training pairs available</a:t>
            </a:r>
          </a:p>
        </p:txBody>
      </p:sp>
    </p:spTree>
    <p:extLst>
      <p:ext uri="{BB962C8B-B14F-4D97-AF65-F5344CB8AC3E}">
        <p14:creationId xmlns:p14="http://schemas.microsoft.com/office/powerpoint/2010/main" val="9803097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3F35ED6-12DC-0CC2-4737-E13E9ACA2D6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969EB97-DD0A-027B-529E-2EE3DEA45321}"/>
              </a:ext>
            </a:extLst>
          </p:cNvPr>
          <p:cNvSpPr/>
          <p:nvPr/>
        </p:nvSpPr>
        <p:spPr>
          <a:xfrm>
            <a:off x="0" y="0"/>
            <a:ext cx="9144000" cy="658368"/>
          </a:xfrm>
          <a:prstGeom prst="rect">
            <a:avLst/>
          </a:prstGeom>
          <a:solidFill>
            <a:srgbClr val="1B2A4A"/>
          </a:solidFill>
          <a:ln w="12700">
            <a:solidFill>
              <a:srgbClr val="1B2A4A"/>
            </a:solidFill>
            <a:prstDash val="solid"/>
          </a:ln>
        </p:spPr>
        <p:txBody>
          <a:bodyPr/>
          <a:lstStyle/>
          <a:p>
            <a:endParaRPr lang="en-CA"/>
          </a:p>
        </p:txBody>
      </p:sp>
      <p:sp>
        <p:nvSpPr>
          <p:cNvPr id="3" name="Text 1">
            <a:extLst>
              <a:ext uri="{FF2B5EF4-FFF2-40B4-BE49-F238E27FC236}">
                <a16:creationId xmlns:a16="http://schemas.microsoft.com/office/drawing/2014/main" id="{5EF3CF62-1845-7C36-2E0E-0DF995142011}"/>
              </a:ext>
            </a:extLst>
          </p:cNvPr>
          <p:cNvSpPr/>
          <p:nvPr/>
        </p:nvSpPr>
        <p:spPr>
          <a:xfrm>
            <a:off x="365760" y="0"/>
            <a:ext cx="8412480" cy="658368"/>
          </a:xfrm>
          <a:prstGeom prst="rect">
            <a:avLst/>
          </a:prstGeom>
          <a:noFill/>
          <a:ln/>
        </p:spPr>
        <p:txBody>
          <a:bodyPr wrap="square" lIns="0" tIns="0" rIns="0" bIns="0" rtlCol="0" anchor="ctr"/>
          <a:lstStyle/>
          <a:p>
            <a:r>
              <a:rPr lang="en-US" sz="2200" b="1">
                <a:solidFill>
                  <a:srgbClr val="FFFFFF"/>
                </a:solidFill>
                <a:latin typeface="Calibri"/>
                <a:ea typeface="Calibri"/>
                <a:cs typeface="Calibri"/>
              </a:rPr>
              <a:t>EDA – Most Important Findings - 3</a:t>
            </a:r>
            <a:endParaRPr lang="en-US" sz="2200"/>
          </a:p>
        </p:txBody>
      </p:sp>
      <p:sp>
        <p:nvSpPr>
          <p:cNvPr id="49" name="Text 47">
            <a:extLst>
              <a:ext uri="{FF2B5EF4-FFF2-40B4-BE49-F238E27FC236}">
                <a16:creationId xmlns:a16="http://schemas.microsoft.com/office/drawing/2014/main" id="{92994B69-D56D-E13D-72E6-3785ADF7F075}"/>
              </a:ext>
            </a:extLst>
          </p:cNvPr>
          <p:cNvSpPr/>
          <p:nvPr/>
        </p:nvSpPr>
        <p:spPr>
          <a:xfrm>
            <a:off x="8046720" y="4892040"/>
            <a:ext cx="914400" cy="182880"/>
          </a:xfrm>
          <a:prstGeom prst="rect">
            <a:avLst/>
          </a:prstGeom>
          <a:noFill/>
          <a:ln/>
        </p:spPr>
        <p:txBody>
          <a:bodyPr wrap="square" rtlCol="0" anchor="ctr"/>
          <a:lstStyle/>
          <a:p>
            <a:pPr marL="0" indent="0" algn="r">
              <a:buNone/>
            </a:pPr>
            <a:r>
              <a:rPr lang="en-US" sz="900">
                <a:solidFill>
                  <a:srgbClr val="64748B"/>
                </a:solidFill>
                <a:latin typeface="Calibri" pitchFamily="34" charset="0"/>
                <a:ea typeface="Calibri" pitchFamily="34" charset="-122"/>
                <a:cs typeface="Calibri" pitchFamily="34" charset="-120"/>
              </a:rPr>
              <a:t>9 / 12</a:t>
            </a:r>
            <a:endParaRPr lang="en-US" sz="900"/>
          </a:p>
        </p:txBody>
      </p:sp>
      <p:sp>
        <p:nvSpPr>
          <p:cNvPr id="4" name="TextBox 3">
            <a:extLst>
              <a:ext uri="{FF2B5EF4-FFF2-40B4-BE49-F238E27FC236}">
                <a16:creationId xmlns:a16="http://schemas.microsoft.com/office/drawing/2014/main" id="{45A7C537-A556-E766-E6CF-A9C2F32E93B7}"/>
              </a:ext>
            </a:extLst>
          </p:cNvPr>
          <p:cNvSpPr txBox="1"/>
          <p:nvPr/>
        </p:nvSpPr>
        <p:spPr>
          <a:xfrm>
            <a:off x="289665" y="810277"/>
            <a:ext cx="855684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mn-lt"/>
                <a:cs typeface="+mn-lt"/>
              </a:rPr>
              <a:t>No FINISH events</a:t>
            </a:r>
            <a:r>
              <a:rPr lang="en-US">
                <a:ea typeface="+mn-lt"/>
                <a:cs typeface="+mn-lt"/>
              </a:rPr>
              <a:t> — 97.1% KILL, 0% FINISH</a:t>
            </a:r>
            <a:endParaRPr lang="en-US">
              <a:ea typeface="Calibri" panose="020F0502020204030204"/>
              <a:cs typeface="Calibri" panose="020F0502020204030204"/>
            </a:endParaRPr>
          </a:p>
        </p:txBody>
      </p:sp>
      <p:pic>
        <p:nvPicPr>
          <p:cNvPr id="6" name="Picture 5" descr="A screenshot of a computer code&#10;&#10;AI-generated content may be incorrect.">
            <a:extLst>
              <a:ext uri="{FF2B5EF4-FFF2-40B4-BE49-F238E27FC236}">
                <a16:creationId xmlns:a16="http://schemas.microsoft.com/office/drawing/2014/main" id="{5F3D4AB0-E853-6B08-E4B5-10E216A5B50D}"/>
              </a:ext>
            </a:extLst>
          </p:cNvPr>
          <p:cNvPicPr>
            <a:picLocks noChangeAspect="1"/>
          </p:cNvPicPr>
          <p:nvPr/>
        </p:nvPicPr>
        <p:blipFill>
          <a:blip r:embed="rId3"/>
          <a:stretch>
            <a:fillRect/>
          </a:stretch>
        </p:blipFill>
        <p:spPr>
          <a:xfrm>
            <a:off x="128327" y="1189646"/>
            <a:ext cx="6859696" cy="1762125"/>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2B96AAF8-AD1D-4AB7-F17A-B0ACC6CC3C2F}"/>
              </a:ext>
            </a:extLst>
          </p:cNvPr>
          <p:cNvPicPr>
            <a:picLocks noChangeAspect="1"/>
          </p:cNvPicPr>
          <p:nvPr/>
        </p:nvPicPr>
        <p:blipFill>
          <a:blip r:embed="rId4"/>
          <a:stretch>
            <a:fillRect/>
          </a:stretch>
        </p:blipFill>
        <p:spPr>
          <a:xfrm>
            <a:off x="125977" y="2947923"/>
            <a:ext cx="4445306" cy="1322280"/>
          </a:xfrm>
          <a:prstGeom prst="rect">
            <a:avLst/>
          </a:prstGeom>
        </p:spPr>
      </p:pic>
      <p:pic>
        <p:nvPicPr>
          <p:cNvPr id="8" name="Picture 7" descr="A screenshot of a graph&#10;&#10;AI-generated content may be incorrect.">
            <a:extLst>
              <a:ext uri="{FF2B5EF4-FFF2-40B4-BE49-F238E27FC236}">
                <a16:creationId xmlns:a16="http://schemas.microsoft.com/office/drawing/2014/main" id="{01CEFAA0-464D-A1EA-0E64-ECF0606F38BB}"/>
              </a:ext>
            </a:extLst>
          </p:cNvPr>
          <p:cNvPicPr>
            <a:picLocks noChangeAspect="1"/>
          </p:cNvPicPr>
          <p:nvPr/>
        </p:nvPicPr>
        <p:blipFill>
          <a:blip r:embed="rId5"/>
          <a:stretch>
            <a:fillRect/>
          </a:stretch>
        </p:blipFill>
        <p:spPr>
          <a:xfrm>
            <a:off x="4572977" y="3149383"/>
            <a:ext cx="4585701" cy="1302968"/>
          </a:xfrm>
          <a:prstGeom prst="rect">
            <a:avLst/>
          </a:prstGeom>
        </p:spPr>
      </p:pic>
    </p:spTree>
    <p:extLst>
      <p:ext uri="{BB962C8B-B14F-4D97-AF65-F5344CB8AC3E}">
        <p14:creationId xmlns:p14="http://schemas.microsoft.com/office/powerpoint/2010/main" val="23301027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ACFC946-5633-9DB8-1686-7A25D2593FE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FDC765C-3E11-317D-7E65-5869D695355D}"/>
              </a:ext>
            </a:extLst>
          </p:cNvPr>
          <p:cNvSpPr/>
          <p:nvPr/>
        </p:nvSpPr>
        <p:spPr>
          <a:xfrm>
            <a:off x="0" y="0"/>
            <a:ext cx="9144000" cy="658368"/>
          </a:xfrm>
          <a:prstGeom prst="rect">
            <a:avLst/>
          </a:prstGeom>
          <a:solidFill>
            <a:srgbClr val="1B2A4A"/>
          </a:solidFill>
          <a:ln w="12700">
            <a:solidFill>
              <a:srgbClr val="1B2A4A"/>
            </a:solidFill>
            <a:prstDash val="solid"/>
          </a:ln>
        </p:spPr>
        <p:txBody>
          <a:bodyPr/>
          <a:lstStyle/>
          <a:p>
            <a:endParaRPr lang="en-CA"/>
          </a:p>
        </p:txBody>
      </p:sp>
      <p:sp>
        <p:nvSpPr>
          <p:cNvPr id="3" name="Text 1">
            <a:extLst>
              <a:ext uri="{FF2B5EF4-FFF2-40B4-BE49-F238E27FC236}">
                <a16:creationId xmlns:a16="http://schemas.microsoft.com/office/drawing/2014/main" id="{908ABD4C-72DA-0328-0337-DB4E3C0E95DA}"/>
              </a:ext>
            </a:extLst>
          </p:cNvPr>
          <p:cNvSpPr/>
          <p:nvPr/>
        </p:nvSpPr>
        <p:spPr>
          <a:xfrm>
            <a:off x="365760" y="0"/>
            <a:ext cx="8412480" cy="658368"/>
          </a:xfrm>
          <a:prstGeom prst="rect">
            <a:avLst/>
          </a:prstGeom>
          <a:noFill/>
          <a:ln/>
        </p:spPr>
        <p:txBody>
          <a:bodyPr wrap="square" lIns="0" tIns="0" rIns="0" bIns="0" rtlCol="0" anchor="ctr"/>
          <a:lstStyle/>
          <a:p>
            <a:r>
              <a:rPr lang="en-US" sz="2200" b="1">
                <a:solidFill>
                  <a:srgbClr val="FFFFFF"/>
                </a:solidFill>
                <a:latin typeface="Calibri"/>
                <a:ea typeface="Calibri"/>
                <a:cs typeface="Calibri"/>
              </a:rPr>
              <a:t>EDA – Most Important Findings - 3</a:t>
            </a:r>
            <a:endParaRPr lang="en-US" sz="2200"/>
          </a:p>
        </p:txBody>
      </p:sp>
      <p:sp>
        <p:nvSpPr>
          <p:cNvPr id="49" name="Text 47">
            <a:extLst>
              <a:ext uri="{FF2B5EF4-FFF2-40B4-BE49-F238E27FC236}">
                <a16:creationId xmlns:a16="http://schemas.microsoft.com/office/drawing/2014/main" id="{72E29B34-A0DF-ADB1-0200-51108878BA23}"/>
              </a:ext>
            </a:extLst>
          </p:cNvPr>
          <p:cNvSpPr/>
          <p:nvPr/>
        </p:nvSpPr>
        <p:spPr>
          <a:xfrm>
            <a:off x="8046720" y="4892040"/>
            <a:ext cx="914400" cy="182880"/>
          </a:xfrm>
          <a:prstGeom prst="rect">
            <a:avLst/>
          </a:prstGeom>
          <a:noFill/>
          <a:ln/>
        </p:spPr>
        <p:txBody>
          <a:bodyPr wrap="square" rtlCol="0" anchor="ctr"/>
          <a:lstStyle/>
          <a:p>
            <a:pPr marL="0" indent="0" algn="r">
              <a:buNone/>
            </a:pPr>
            <a:r>
              <a:rPr lang="en-US" sz="900">
                <a:solidFill>
                  <a:srgbClr val="64748B"/>
                </a:solidFill>
                <a:latin typeface="Calibri" pitchFamily="34" charset="0"/>
                <a:ea typeface="Calibri" pitchFamily="34" charset="-122"/>
                <a:cs typeface="Calibri" pitchFamily="34" charset="-120"/>
              </a:rPr>
              <a:t>9 / 12</a:t>
            </a:r>
            <a:endParaRPr lang="en-US" sz="900"/>
          </a:p>
        </p:txBody>
      </p:sp>
      <p:pic>
        <p:nvPicPr>
          <p:cNvPr id="7" name="Picture 6" descr="A screenshot of a computer&#10;&#10;AI-generated content may be incorrect.">
            <a:extLst>
              <a:ext uri="{FF2B5EF4-FFF2-40B4-BE49-F238E27FC236}">
                <a16:creationId xmlns:a16="http://schemas.microsoft.com/office/drawing/2014/main" id="{3FACFFE2-D75B-FD0A-C1A8-23C820E0DE56}"/>
              </a:ext>
            </a:extLst>
          </p:cNvPr>
          <p:cNvPicPr>
            <a:picLocks noChangeAspect="1"/>
          </p:cNvPicPr>
          <p:nvPr/>
        </p:nvPicPr>
        <p:blipFill>
          <a:blip r:embed="rId3"/>
          <a:stretch>
            <a:fillRect/>
          </a:stretch>
        </p:blipFill>
        <p:spPr>
          <a:xfrm>
            <a:off x="1292462" y="677580"/>
            <a:ext cx="6754792" cy="2003382"/>
          </a:xfrm>
          <a:prstGeom prst="rect">
            <a:avLst/>
          </a:prstGeom>
        </p:spPr>
      </p:pic>
      <p:pic>
        <p:nvPicPr>
          <p:cNvPr id="5" name="Picture 4" descr="A screenshot of a graph&#10;&#10;AI-generated content may be incorrect.">
            <a:extLst>
              <a:ext uri="{FF2B5EF4-FFF2-40B4-BE49-F238E27FC236}">
                <a16:creationId xmlns:a16="http://schemas.microsoft.com/office/drawing/2014/main" id="{896BE97A-09A4-BE92-71DB-C4BC1EFE7A97}"/>
              </a:ext>
            </a:extLst>
          </p:cNvPr>
          <p:cNvPicPr>
            <a:picLocks noChangeAspect="1"/>
          </p:cNvPicPr>
          <p:nvPr/>
        </p:nvPicPr>
        <p:blipFill>
          <a:blip r:embed="rId4"/>
          <a:stretch>
            <a:fillRect/>
          </a:stretch>
        </p:blipFill>
        <p:spPr>
          <a:xfrm>
            <a:off x="1390715" y="2672284"/>
            <a:ext cx="6362570" cy="2210193"/>
          </a:xfrm>
          <a:prstGeom prst="rect">
            <a:avLst/>
          </a:prstGeom>
        </p:spPr>
      </p:pic>
    </p:spTree>
    <p:extLst>
      <p:ext uri="{BB962C8B-B14F-4D97-AF65-F5344CB8AC3E}">
        <p14:creationId xmlns:p14="http://schemas.microsoft.com/office/powerpoint/2010/main" val="10122038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483BB75-33BB-C77C-6972-5D4FFEDBB38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EDBBA24-8C72-3014-F380-EE65BBF7E6B2}"/>
              </a:ext>
            </a:extLst>
          </p:cNvPr>
          <p:cNvSpPr/>
          <p:nvPr/>
        </p:nvSpPr>
        <p:spPr>
          <a:xfrm>
            <a:off x="0" y="0"/>
            <a:ext cx="9144000" cy="658368"/>
          </a:xfrm>
          <a:prstGeom prst="rect">
            <a:avLst/>
          </a:prstGeom>
          <a:solidFill>
            <a:srgbClr val="1B2A4A"/>
          </a:solidFill>
          <a:ln w="12700">
            <a:solidFill>
              <a:srgbClr val="1B2A4A"/>
            </a:solidFill>
            <a:prstDash val="solid"/>
          </a:ln>
        </p:spPr>
        <p:txBody>
          <a:bodyPr/>
          <a:lstStyle/>
          <a:p>
            <a:endParaRPr lang="en-CA"/>
          </a:p>
        </p:txBody>
      </p:sp>
      <p:sp>
        <p:nvSpPr>
          <p:cNvPr id="3" name="Text 1">
            <a:extLst>
              <a:ext uri="{FF2B5EF4-FFF2-40B4-BE49-F238E27FC236}">
                <a16:creationId xmlns:a16="http://schemas.microsoft.com/office/drawing/2014/main" id="{224806D7-1F76-6903-5067-42E968BEC9AB}"/>
              </a:ext>
            </a:extLst>
          </p:cNvPr>
          <p:cNvSpPr/>
          <p:nvPr/>
        </p:nvSpPr>
        <p:spPr>
          <a:xfrm>
            <a:off x="365760" y="0"/>
            <a:ext cx="8412480" cy="658368"/>
          </a:xfrm>
          <a:prstGeom prst="rect">
            <a:avLst/>
          </a:prstGeom>
          <a:noFill/>
          <a:ln/>
        </p:spPr>
        <p:txBody>
          <a:bodyPr wrap="square" lIns="0" tIns="0" rIns="0" bIns="0" rtlCol="0" anchor="ctr"/>
          <a:lstStyle/>
          <a:p>
            <a:r>
              <a:rPr lang="en-US" sz="2200" b="1">
                <a:solidFill>
                  <a:srgbClr val="FFFFFF"/>
                </a:solidFill>
                <a:latin typeface="Calibri"/>
                <a:ea typeface="Calibri"/>
                <a:cs typeface="Calibri"/>
              </a:rPr>
              <a:t>EDA – Most Important Findings - 4</a:t>
            </a:r>
            <a:endParaRPr lang="en-US" sz="2200"/>
          </a:p>
        </p:txBody>
      </p:sp>
      <p:sp>
        <p:nvSpPr>
          <p:cNvPr id="49" name="Text 47">
            <a:extLst>
              <a:ext uri="{FF2B5EF4-FFF2-40B4-BE49-F238E27FC236}">
                <a16:creationId xmlns:a16="http://schemas.microsoft.com/office/drawing/2014/main" id="{D027F050-63CA-82C4-02ED-5E963DC43048}"/>
              </a:ext>
            </a:extLst>
          </p:cNvPr>
          <p:cNvSpPr/>
          <p:nvPr/>
        </p:nvSpPr>
        <p:spPr>
          <a:xfrm>
            <a:off x="8046720" y="4892040"/>
            <a:ext cx="914400" cy="182880"/>
          </a:xfrm>
          <a:prstGeom prst="rect">
            <a:avLst/>
          </a:prstGeom>
          <a:noFill/>
          <a:ln/>
        </p:spPr>
        <p:txBody>
          <a:bodyPr wrap="square" rtlCol="0" anchor="ctr"/>
          <a:lstStyle/>
          <a:p>
            <a:pPr marL="0" indent="0" algn="r">
              <a:buNone/>
            </a:pPr>
            <a:r>
              <a:rPr lang="en-US" sz="900">
                <a:solidFill>
                  <a:srgbClr val="64748B"/>
                </a:solidFill>
                <a:latin typeface="Calibri" pitchFamily="34" charset="0"/>
                <a:ea typeface="Calibri" pitchFamily="34" charset="-122"/>
                <a:cs typeface="Calibri" pitchFamily="34" charset="-120"/>
              </a:rPr>
              <a:t>9 / 12</a:t>
            </a:r>
            <a:endParaRPr lang="en-US" sz="900"/>
          </a:p>
        </p:txBody>
      </p:sp>
      <p:sp>
        <p:nvSpPr>
          <p:cNvPr id="4" name="TextBox 3">
            <a:extLst>
              <a:ext uri="{FF2B5EF4-FFF2-40B4-BE49-F238E27FC236}">
                <a16:creationId xmlns:a16="http://schemas.microsoft.com/office/drawing/2014/main" id="{FBE47FBC-59E4-089A-0108-93F59D8141D9}"/>
              </a:ext>
            </a:extLst>
          </p:cNvPr>
          <p:cNvSpPr txBox="1"/>
          <p:nvPr/>
        </p:nvSpPr>
        <p:spPr>
          <a:xfrm>
            <a:off x="289665" y="794620"/>
            <a:ext cx="855684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mn-lt"/>
                <a:cs typeface="+mn-lt"/>
              </a:rPr>
              <a:t>Extreme CPU overprovisioning</a:t>
            </a:r>
            <a:r>
              <a:rPr lang="en-US">
                <a:ea typeface="+mn-lt"/>
                <a:cs typeface="+mn-lt"/>
              </a:rPr>
              <a:t> — Median instance uses only 7% of declared CPU; massive optimization opportunity</a:t>
            </a:r>
            <a:endParaRPr lang="en-US">
              <a:ea typeface="Calibri" panose="020F0502020204030204"/>
              <a:cs typeface="Calibri" panose="020F0502020204030204"/>
            </a:endParaRPr>
          </a:p>
        </p:txBody>
      </p:sp>
      <p:pic>
        <p:nvPicPr>
          <p:cNvPr id="5" name="Picture 4" descr="A screenshot of a graph&#10;&#10;AI-generated content may be incorrect.">
            <a:extLst>
              <a:ext uri="{FF2B5EF4-FFF2-40B4-BE49-F238E27FC236}">
                <a16:creationId xmlns:a16="http://schemas.microsoft.com/office/drawing/2014/main" id="{66624101-BF91-A7F1-E6CB-E89F22D710DC}"/>
              </a:ext>
            </a:extLst>
          </p:cNvPr>
          <p:cNvPicPr>
            <a:picLocks noChangeAspect="1"/>
          </p:cNvPicPr>
          <p:nvPr/>
        </p:nvPicPr>
        <p:blipFill>
          <a:blip r:embed="rId3"/>
          <a:stretch>
            <a:fillRect/>
          </a:stretch>
        </p:blipFill>
        <p:spPr>
          <a:xfrm>
            <a:off x="1189973" y="1699756"/>
            <a:ext cx="6858000" cy="2495550"/>
          </a:xfrm>
          <a:prstGeom prst="rect">
            <a:avLst/>
          </a:prstGeom>
        </p:spPr>
      </p:pic>
    </p:spTree>
    <p:extLst>
      <p:ext uri="{BB962C8B-B14F-4D97-AF65-F5344CB8AC3E}">
        <p14:creationId xmlns:p14="http://schemas.microsoft.com/office/powerpoint/2010/main" val="16912233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F280A6B-481C-BE21-A8C3-D1AB5254208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71E67EA-A29E-D58A-A706-E8CB3EB2D514}"/>
              </a:ext>
            </a:extLst>
          </p:cNvPr>
          <p:cNvSpPr/>
          <p:nvPr/>
        </p:nvSpPr>
        <p:spPr>
          <a:xfrm>
            <a:off x="0" y="0"/>
            <a:ext cx="9144000" cy="658368"/>
          </a:xfrm>
          <a:prstGeom prst="rect">
            <a:avLst/>
          </a:prstGeom>
          <a:solidFill>
            <a:srgbClr val="1B2A4A"/>
          </a:solidFill>
          <a:ln w="12700">
            <a:solidFill>
              <a:srgbClr val="1B2A4A"/>
            </a:solidFill>
            <a:prstDash val="solid"/>
          </a:ln>
        </p:spPr>
        <p:txBody>
          <a:bodyPr/>
          <a:lstStyle/>
          <a:p>
            <a:endParaRPr lang="en-CA"/>
          </a:p>
        </p:txBody>
      </p:sp>
      <p:sp>
        <p:nvSpPr>
          <p:cNvPr id="3" name="Text 1">
            <a:extLst>
              <a:ext uri="{FF2B5EF4-FFF2-40B4-BE49-F238E27FC236}">
                <a16:creationId xmlns:a16="http://schemas.microsoft.com/office/drawing/2014/main" id="{DF7FB276-C751-366C-90D8-5D5C98EBAE8A}"/>
              </a:ext>
            </a:extLst>
          </p:cNvPr>
          <p:cNvSpPr/>
          <p:nvPr/>
        </p:nvSpPr>
        <p:spPr>
          <a:xfrm>
            <a:off x="365760" y="0"/>
            <a:ext cx="8412480" cy="658368"/>
          </a:xfrm>
          <a:prstGeom prst="rect">
            <a:avLst/>
          </a:prstGeom>
          <a:noFill/>
          <a:ln/>
        </p:spPr>
        <p:txBody>
          <a:bodyPr wrap="square" lIns="0" tIns="0" rIns="0" bIns="0" rtlCol="0" anchor="ctr"/>
          <a:lstStyle/>
          <a:p>
            <a:r>
              <a:rPr lang="en-US" sz="2200" b="1">
                <a:solidFill>
                  <a:srgbClr val="FFFFFF"/>
                </a:solidFill>
                <a:latin typeface="Calibri"/>
                <a:ea typeface="Calibri"/>
                <a:cs typeface="Calibri"/>
              </a:rPr>
              <a:t>EDA – Most Important Findings - 4</a:t>
            </a:r>
            <a:endParaRPr lang="en-US" sz="2200"/>
          </a:p>
        </p:txBody>
      </p:sp>
      <p:sp>
        <p:nvSpPr>
          <p:cNvPr id="49" name="Text 47">
            <a:extLst>
              <a:ext uri="{FF2B5EF4-FFF2-40B4-BE49-F238E27FC236}">
                <a16:creationId xmlns:a16="http://schemas.microsoft.com/office/drawing/2014/main" id="{03C9D932-3DB0-A218-06A5-972B6E193446}"/>
              </a:ext>
            </a:extLst>
          </p:cNvPr>
          <p:cNvSpPr/>
          <p:nvPr/>
        </p:nvSpPr>
        <p:spPr>
          <a:xfrm>
            <a:off x="8046720" y="4892040"/>
            <a:ext cx="914400" cy="182880"/>
          </a:xfrm>
          <a:prstGeom prst="rect">
            <a:avLst/>
          </a:prstGeom>
          <a:noFill/>
          <a:ln/>
        </p:spPr>
        <p:txBody>
          <a:bodyPr wrap="square" rtlCol="0" anchor="ctr"/>
          <a:lstStyle/>
          <a:p>
            <a:pPr marL="0" indent="0" algn="r">
              <a:buNone/>
            </a:pPr>
            <a:r>
              <a:rPr lang="en-US" sz="900">
                <a:solidFill>
                  <a:srgbClr val="64748B"/>
                </a:solidFill>
                <a:latin typeface="Calibri" pitchFamily="34" charset="0"/>
                <a:ea typeface="Calibri" pitchFamily="34" charset="-122"/>
                <a:cs typeface="Calibri" pitchFamily="34" charset="-120"/>
              </a:rPr>
              <a:t>9 / 12</a:t>
            </a:r>
            <a:endParaRPr lang="en-US" sz="900"/>
          </a:p>
        </p:txBody>
      </p:sp>
      <p:sp>
        <p:nvSpPr>
          <p:cNvPr id="7" name="TextBox 6">
            <a:extLst>
              <a:ext uri="{FF2B5EF4-FFF2-40B4-BE49-F238E27FC236}">
                <a16:creationId xmlns:a16="http://schemas.microsoft.com/office/drawing/2014/main" id="{8363AB88-C667-5825-F1BB-31F80E6794FE}"/>
              </a:ext>
            </a:extLst>
          </p:cNvPr>
          <p:cNvSpPr txBox="1"/>
          <p:nvPr/>
        </p:nvSpPr>
        <p:spPr>
          <a:xfrm>
            <a:off x="289665" y="1287832"/>
            <a:ext cx="8556841"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AutoNum type="arabicPeriod"/>
            </a:pPr>
            <a:r>
              <a:rPr lang="en-US" b="1">
                <a:ea typeface="+mn-lt"/>
                <a:cs typeface="+mn-lt"/>
              </a:rPr>
              <a:t>Dataset is nearly perfect quality</a:t>
            </a:r>
            <a:r>
              <a:rPr lang="en-US">
                <a:ea typeface="+mn-lt"/>
                <a:cs typeface="+mn-lt"/>
              </a:rPr>
              <a:t> — 0 duplicates, 0 negative durations, only 0.12% missing values</a:t>
            </a:r>
          </a:p>
          <a:p>
            <a:pPr marL="342900" indent="-342900">
              <a:buAutoNum type="arabicPeriod"/>
            </a:pPr>
            <a:r>
              <a:rPr lang="en-US" b="1">
                <a:ea typeface="Calibri"/>
                <a:cs typeface="Calibri"/>
              </a:rPr>
              <a:t>100% sequence usability</a:t>
            </a:r>
            <a:r>
              <a:rPr lang="en-US">
                <a:ea typeface="Calibri"/>
                <a:cs typeface="Calibri"/>
              </a:rPr>
              <a:t> — All 794 instances meet the 12-window minimum; ~1.009Mtraining pairs available</a:t>
            </a:r>
          </a:p>
          <a:p>
            <a:pPr marL="342900" indent="-342900">
              <a:buAutoNum type="arabicPeriod"/>
            </a:pPr>
            <a:r>
              <a:rPr lang="en-US" b="1">
                <a:ea typeface="Calibri"/>
                <a:cs typeface="Calibri"/>
              </a:rPr>
              <a:t>No FINISH events</a:t>
            </a:r>
            <a:r>
              <a:rPr lang="en-US">
                <a:ea typeface="Calibri"/>
                <a:cs typeface="Calibri"/>
              </a:rPr>
              <a:t> — 97.1% KILL, 0% FINISH</a:t>
            </a:r>
          </a:p>
          <a:p>
            <a:pPr marL="342900" indent="-342900">
              <a:buAutoNum type="arabicPeriod"/>
            </a:pPr>
            <a:r>
              <a:rPr lang="en-US" b="1">
                <a:ea typeface="Calibri"/>
                <a:cs typeface="Calibri"/>
              </a:rPr>
              <a:t>Extreme CPU overprovisioning</a:t>
            </a:r>
            <a:r>
              <a:rPr lang="en-US">
                <a:ea typeface="Calibri"/>
                <a:cs typeface="Calibri"/>
              </a:rPr>
              <a:t> — Median instance uses only 7% of declared CPU; </a:t>
            </a:r>
            <a:r>
              <a:rPr lang="en-US" err="1">
                <a:ea typeface="Calibri"/>
                <a:cs typeface="Calibri"/>
              </a:rPr>
              <a:t>massiveoptimization</a:t>
            </a:r>
            <a:r>
              <a:rPr lang="en-US">
                <a:ea typeface="Calibri"/>
                <a:cs typeface="Calibri"/>
              </a:rPr>
              <a:t> opportunity</a:t>
            </a:r>
          </a:p>
        </p:txBody>
      </p:sp>
    </p:spTree>
    <p:extLst>
      <p:ext uri="{BB962C8B-B14F-4D97-AF65-F5344CB8AC3E}">
        <p14:creationId xmlns:p14="http://schemas.microsoft.com/office/powerpoint/2010/main" val="20405735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w="12700">
            <a:solidFill>
              <a:srgbClr val="1B2A4A"/>
            </a:solidFill>
            <a:prstDash val="solid"/>
          </a:ln>
        </p:spPr>
        <p:txBody>
          <a:bodyPr/>
          <a:lstStyle/>
          <a:p>
            <a:endParaRPr lang="en-CA"/>
          </a:p>
        </p:txBody>
      </p:sp>
      <p:sp>
        <p:nvSpPr>
          <p:cNvPr id="3" name="Text 1"/>
          <p:cNvSpPr/>
          <p:nvPr/>
        </p:nvSpPr>
        <p:spPr>
          <a:xfrm>
            <a:off x="365760" y="0"/>
            <a:ext cx="8412480" cy="658368"/>
          </a:xfrm>
          <a:prstGeom prst="rect">
            <a:avLst/>
          </a:prstGeom>
          <a:noFill/>
          <a:ln/>
        </p:spPr>
        <p:txBody>
          <a:bodyPr wrap="square" lIns="0" tIns="0" rIns="0" bIns="0" rtlCol="0" anchor="ctr"/>
          <a:lstStyle/>
          <a:p>
            <a:pPr marL="0" indent="0">
              <a:buNone/>
            </a:pPr>
            <a:r>
              <a:rPr lang="en-US" sz="2200" b="1">
                <a:solidFill>
                  <a:srgbClr val="FFFFFF"/>
                </a:solidFill>
                <a:latin typeface="Calibri" pitchFamily="34" charset="0"/>
                <a:ea typeface="Calibri" pitchFamily="34" charset="-122"/>
                <a:cs typeface="Calibri" pitchFamily="34" charset="-120"/>
              </a:rPr>
              <a:t>Final Master Table — 24 Columns</a:t>
            </a:r>
            <a:endParaRPr lang="en-US" sz="2200"/>
          </a:p>
        </p:txBody>
      </p:sp>
      <p:sp>
        <p:nvSpPr>
          <p:cNvPr id="20" name="Text 18"/>
          <p:cNvSpPr/>
          <p:nvPr/>
        </p:nvSpPr>
        <p:spPr>
          <a:xfrm>
            <a:off x="7572502" y="777240"/>
            <a:ext cx="1801241" cy="292608"/>
          </a:xfrm>
          <a:prstGeom prst="rect">
            <a:avLst/>
          </a:prstGeom>
          <a:noFill/>
          <a:ln/>
        </p:spPr>
        <p:txBody>
          <a:bodyPr wrap="square" lIns="0" tIns="0" rIns="0" bIns="0" rtlCol="0" anchor="ctr"/>
          <a:lstStyle/>
          <a:p>
            <a:pPr marL="0" indent="0" algn="ctr">
              <a:buNone/>
            </a:pPr>
            <a:r>
              <a:rPr lang="en-US" sz="900" b="1" kern="0" spc="100">
                <a:solidFill>
                  <a:srgbClr val="FFFFFF"/>
                </a:solidFill>
                <a:latin typeface="Calibri" pitchFamily="34" charset="0"/>
                <a:ea typeface="Calibri" pitchFamily="34" charset="-122"/>
                <a:cs typeface="Calibri" pitchFamily="34" charset="-120"/>
              </a:rPr>
              <a:t>OPTIMISER OUTPUTS</a:t>
            </a:r>
            <a:endParaRPr lang="en-US" sz="900"/>
          </a:p>
        </p:txBody>
      </p:sp>
      <p:sp>
        <p:nvSpPr>
          <p:cNvPr id="44" name="Text 42"/>
          <p:cNvSpPr/>
          <p:nvPr/>
        </p:nvSpPr>
        <p:spPr>
          <a:xfrm>
            <a:off x="7572502" y="3117275"/>
            <a:ext cx="1801241" cy="292608"/>
          </a:xfrm>
          <a:prstGeom prst="rect">
            <a:avLst/>
          </a:prstGeom>
          <a:noFill/>
          <a:ln/>
        </p:spPr>
        <p:txBody>
          <a:bodyPr wrap="square" lIns="0" tIns="0" rIns="0" bIns="0" rtlCol="0" anchor="ctr"/>
          <a:lstStyle/>
          <a:p>
            <a:pPr marL="0" indent="0" algn="ctr">
              <a:buNone/>
            </a:pPr>
            <a:r>
              <a:rPr lang="en-US" sz="900" b="1" kern="0" spc="100">
                <a:solidFill>
                  <a:srgbClr val="FFFFFF"/>
                </a:solidFill>
                <a:latin typeface="Calibri" pitchFamily="34" charset="0"/>
                <a:ea typeface="Calibri" pitchFamily="34" charset="-122"/>
                <a:cs typeface="Calibri" pitchFamily="34" charset="-120"/>
              </a:rPr>
              <a:t>DIAGNOSTIC ONLY</a:t>
            </a:r>
            <a:endParaRPr lang="en-US" sz="900"/>
          </a:p>
        </p:txBody>
      </p:sp>
      <p:sp>
        <p:nvSpPr>
          <p:cNvPr id="49" name="Text 47"/>
          <p:cNvSpPr/>
          <p:nvPr/>
        </p:nvSpPr>
        <p:spPr>
          <a:xfrm>
            <a:off x="8046720" y="4892040"/>
            <a:ext cx="914400" cy="182880"/>
          </a:xfrm>
          <a:prstGeom prst="rect">
            <a:avLst/>
          </a:prstGeom>
          <a:noFill/>
          <a:ln/>
        </p:spPr>
        <p:txBody>
          <a:bodyPr wrap="square" rtlCol="0" anchor="ctr"/>
          <a:lstStyle/>
          <a:p>
            <a:pPr marL="0" indent="0" algn="r">
              <a:buNone/>
            </a:pPr>
            <a:r>
              <a:rPr lang="en-US" sz="900">
                <a:solidFill>
                  <a:srgbClr val="64748B"/>
                </a:solidFill>
                <a:latin typeface="Calibri" pitchFamily="34" charset="0"/>
                <a:ea typeface="Calibri" pitchFamily="34" charset="-122"/>
                <a:cs typeface="Calibri" pitchFamily="34" charset="-120"/>
              </a:rPr>
              <a:t>9 / 12</a:t>
            </a:r>
            <a:endParaRPr lang="en-US" sz="900"/>
          </a:p>
        </p:txBody>
      </p:sp>
      <p:graphicFrame>
        <p:nvGraphicFramePr>
          <p:cNvPr id="58" name="Table 57">
            <a:extLst>
              <a:ext uri="{FF2B5EF4-FFF2-40B4-BE49-F238E27FC236}">
                <a16:creationId xmlns:a16="http://schemas.microsoft.com/office/drawing/2014/main" id="{36B576BE-7CC3-4E9E-964B-094ACD517475}"/>
              </a:ext>
            </a:extLst>
          </p:cNvPr>
          <p:cNvGraphicFramePr>
            <a:graphicFrameLocks noGrp="1"/>
          </p:cNvGraphicFramePr>
          <p:nvPr>
            <p:extLst>
              <p:ext uri="{D42A27DB-BD31-4B8C-83A1-F6EECF244321}">
                <p14:modId xmlns:p14="http://schemas.microsoft.com/office/powerpoint/2010/main" val="3541141194"/>
              </p:ext>
            </p:extLst>
          </p:nvPr>
        </p:nvGraphicFramePr>
        <p:xfrm>
          <a:off x="182880" y="763589"/>
          <a:ext cx="2721706" cy="4259840"/>
        </p:xfrm>
        <a:graphic>
          <a:graphicData uri="http://schemas.openxmlformats.org/drawingml/2006/table">
            <a:tbl>
              <a:tblPr>
                <a:tableStyleId>{8799B23B-EC83-4686-B30A-512413B5E67A}</a:tableStyleId>
              </a:tblPr>
              <a:tblGrid>
                <a:gridCol w="1360853">
                  <a:extLst>
                    <a:ext uri="{9D8B030D-6E8A-4147-A177-3AD203B41FA5}">
                      <a16:colId xmlns:a16="http://schemas.microsoft.com/office/drawing/2014/main" val="3885637845"/>
                    </a:ext>
                  </a:extLst>
                </a:gridCol>
                <a:gridCol w="1360853">
                  <a:extLst>
                    <a:ext uri="{9D8B030D-6E8A-4147-A177-3AD203B41FA5}">
                      <a16:colId xmlns:a16="http://schemas.microsoft.com/office/drawing/2014/main" val="3792052939"/>
                    </a:ext>
                  </a:extLst>
                </a:gridCol>
              </a:tblGrid>
              <a:tr h="135177">
                <a:tc>
                  <a:txBody>
                    <a:bodyPr/>
                    <a:lstStyle/>
                    <a:p>
                      <a:pPr lvl="0"/>
                      <a:r>
                        <a:rPr lang="en-CA" sz="1000" b="1">
                          <a:solidFill>
                            <a:schemeClr val="bg1"/>
                          </a:solidFill>
                        </a:rPr>
                        <a:t>Column</a:t>
                      </a:r>
                    </a:p>
                  </a:txBody>
                  <a:tcPr marL="32623" marR="32623" marT="16312" marB="16312"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1B2A4A"/>
                    </a:solidFill>
                  </a:tcPr>
                </a:tc>
                <a:tc>
                  <a:txBody>
                    <a:bodyPr/>
                    <a:lstStyle/>
                    <a:p>
                      <a:pPr lvl="0"/>
                      <a:r>
                        <a:rPr lang="en-CA" sz="1000" b="1">
                          <a:solidFill>
                            <a:schemeClr val="bg1"/>
                          </a:solidFill>
                        </a:rPr>
                        <a:t>Purpose</a:t>
                      </a:r>
                    </a:p>
                  </a:txBody>
                  <a:tcPr marL="32623" marR="32623" marT="16312" marB="16312"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1B2A4A"/>
                    </a:solidFill>
                  </a:tcPr>
                </a:tc>
                <a:extLst>
                  <a:ext uri="{0D108BD9-81ED-4DB2-BD59-A6C34878D82A}">
                    <a16:rowId xmlns:a16="http://schemas.microsoft.com/office/drawing/2014/main" val="4210106805"/>
                  </a:ext>
                </a:extLst>
              </a:tr>
              <a:tr h="135177">
                <a:tc>
                  <a:txBody>
                    <a:bodyPr/>
                    <a:lstStyle/>
                    <a:p>
                      <a:pPr lvl="0"/>
                      <a:r>
                        <a:rPr lang="en-CA" sz="900" err="1"/>
                        <a:t>collection_id</a:t>
                      </a:r>
                      <a:endParaRPr lang="en-CA" sz="900"/>
                    </a:p>
                  </a:txBody>
                  <a:tcPr marL="32623" marR="32623" marT="16312" marB="16312"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EEECFD"/>
                    </a:solidFill>
                  </a:tcPr>
                </a:tc>
                <a:tc>
                  <a:txBody>
                    <a:bodyPr/>
                    <a:lstStyle/>
                    <a:p>
                      <a:pPr lvl="0"/>
                      <a:r>
                        <a:rPr lang="en-CA" sz="900"/>
                        <a:t>Primary key</a:t>
                      </a:r>
                    </a:p>
                  </a:txBody>
                  <a:tcPr marL="32623" marR="32623" marT="16312" marB="16312"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EEECFD"/>
                    </a:solidFill>
                  </a:tcPr>
                </a:tc>
                <a:extLst>
                  <a:ext uri="{0D108BD9-81ED-4DB2-BD59-A6C34878D82A}">
                    <a16:rowId xmlns:a16="http://schemas.microsoft.com/office/drawing/2014/main" val="2955007736"/>
                  </a:ext>
                </a:extLst>
              </a:tr>
              <a:tr h="135177">
                <a:tc>
                  <a:txBody>
                    <a:bodyPr/>
                    <a:lstStyle/>
                    <a:p>
                      <a:pPr lvl="0"/>
                      <a:r>
                        <a:rPr lang="en-CA" sz="900"/>
                        <a:t>instance_index</a:t>
                      </a:r>
                    </a:p>
                  </a:txBody>
                  <a:tcPr marL="32623" marR="32623" marT="16312" marB="16312"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EEECFD"/>
                    </a:solidFill>
                  </a:tcPr>
                </a:tc>
                <a:tc>
                  <a:txBody>
                    <a:bodyPr/>
                    <a:lstStyle/>
                    <a:p>
                      <a:pPr lvl="0"/>
                      <a:r>
                        <a:rPr lang="en-CA" sz="900"/>
                        <a:t>Primary key</a:t>
                      </a:r>
                    </a:p>
                  </a:txBody>
                  <a:tcPr marL="32623" marR="32623" marT="16312" marB="16312"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EEECFD"/>
                    </a:solidFill>
                  </a:tcPr>
                </a:tc>
                <a:extLst>
                  <a:ext uri="{0D108BD9-81ED-4DB2-BD59-A6C34878D82A}">
                    <a16:rowId xmlns:a16="http://schemas.microsoft.com/office/drawing/2014/main" val="2659931752"/>
                  </a:ext>
                </a:extLst>
              </a:tr>
              <a:tr h="135177">
                <a:tc>
                  <a:txBody>
                    <a:bodyPr/>
                    <a:lstStyle/>
                    <a:p>
                      <a:pPr lvl="0"/>
                      <a:r>
                        <a:rPr lang="en-CA" sz="900"/>
                        <a:t>start_time</a:t>
                      </a:r>
                    </a:p>
                  </a:txBody>
                  <a:tcPr marL="32623" marR="32623" marT="16312" marB="16312"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EEECFD"/>
                    </a:solidFill>
                  </a:tcPr>
                </a:tc>
                <a:tc>
                  <a:txBody>
                    <a:bodyPr/>
                    <a:lstStyle/>
                    <a:p>
                      <a:pPr lvl="0"/>
                      <a:r>
                        <a:rPr lang="en-CA" sz="900"/>
                        <a:t>Primary key</a:t>
                      </a:r>
                    </a:p>
                  </a:txBody>
                  <a:tcPr marL="32623" marR="32623" marT="16312" marB="16312"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EEECFD"/>
                    </a:solidFill>
                  </a:tcPr>
                </a:tc>
                <a:extLst>
                  <a:ext uri="{0D108BD9-81ED-4DB2-BD59-A6C34878D82A}">
                    <a16:rowId xmlns:a16="http://schemas.microsoft.com/office/drawing/2014/main" val="3743559088"/>
                  </a:ext>
                </a:extLst>
              </a:tr>
              <a:tr h="135177">
                <a:tc>
                  <a:txBody>
                    <a:bodyPr/>
                    <a:lstStyle/>
                    <a:p>
                      <a:pPr lvl="0"/>
                      <a:r>
                        <a:rPr lang="en-CA" sz="900" err="1"/>
                        <a:t>end_time</a:t>
                      </a:r>
                      <a:endParaRPr lang="en-CA" sz="900"/>
                    </a:p>
                  </a:txBody>
                  <a:tcPr marL="32623" marR="32623" marT="16312" marB="16312"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F6EAF0"/>
                    </a:solidFill>
                  </a:tcPr>
                </a:tc>
                <a:tc>
                  <a:txBody>
                    <a:bodyPr/>
                    <a:lstStyle/>
                    <a:p>
                      <a:pPr lvl="0"/>
                      <a:r>
                        <a:rPr lang="en-CA" sz="900"/>
                        <a:t>Timestamp</a:t>
                      </a:r>
                    </a:p>
                  </a:txBody>
                  <a:tcPr marL="32623" marR="32623" marT="16312" marB="16312"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F6EAF0"/>
                    </a:solidFill>
                  </a:tcPr>
                </a:tc>
                <a:extLst>
                  <a:ext uri="{0D108BD9-81ED-4DB2-BD59-A6C34878D82A}">
                    <a16:rowId xmlns:a16="http://schemas.microsoft.com/office/drawing/2014/main" val="2772989249"/>
                  </a:ext>
                </a:extLst>
              </a:tr>
              <a:tr h="135177">
                <a:tc>
                  <a:txBody>
                    <a:bodyPr/>
                    <a:lstStyle/>
                    <a:p>
                      <a:pPr lvl="0"/>
                      <a:r>
                        <a:rPr lang="en-CA" sz="900"/>
                        <a:t>scheduled_time</a:t>
                      </a:r>
                    </a:p>
                  </a:txBody>
                  <a:tcPr marL="32623" marR="32623" marT="16312" marB="16312"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F6EAF0"/>
                    </a:solidFill>
                  </a:tcPr>
                </a:tc>
                <a:tc>
                  <a:txBody>
                    <a:bodyPr/>
                    <a:lstStyle/>
                    <a:p>
                      <a:pPr lvl="0"/>
                      <a:r>
                        <a:rPr lang="en-CA" sz="900"/>
                        <a:t>Timestamp</a:t>
                      </a:r>
                    </a:p>
                  </a:txBody>
                  <a:tcPr marL="32623" marR="32623" marT="16312" marB="16312"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F6EAF0"/>
                    </a:solidFill>
                  </a:tcPr>
                </a:tc>
                <a:extLst>
                  <a:ext uri="{0D108BD9-81ED-4DB2-BD59-A6C34878D82A}">
                    <a16:rowId xmlns:a16="http://schemas.microsoft.com/office/drawing/2014/main" val="3580981999"/>
                  </a:ext>
                </a:extLst>
              </a:tr>
              <a:tr h="135177">
                <a:tc>
                  <a:txBody>
                    <a:bodyPr/>
                    <a:lstStyle/>
                    <a:p>
                      <a:pPr lvl="0"/>
                      <a:r>
                        <a:rPr lang="en-CA" sz="900"/>
                        <a:t>terminal_time</a:t>
                      </a:r>
                    </a:p>
                  </a:txBody>
                  <a:tcPr marL="32623" marR="32623" marT="16312" marB="16312"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F6EAF0"/>
                    </a:solidFill>
                  </a:tcPr>
                </a:tc>
                <a:tc>
                  <a:txBody>
                    <a:bodyPr/>
                    <a:lstStyle/>
                    <a:p>
                      <a:pPr lvl="0"/>
                      <a:r>
                        <a:rPr lang="en-CA" sz="900"/>
                        <a:t>Timestamp</a:t>
                      </a:r>
                    </a:p>
                  </a:txBody>
                  <a:tcPr marL="32623" marR="32623" marT="16312" marB="16312"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F6EAF0"/>
                    </a:solidFill>
                  </a:tcPr>
                </a:tc>
                <a:extLst>
                  <a:ext uri="{0D108BD9-81ED-4DB2-BD59-A6C34878D82A}">
                    <a16:rowId xmlns:a16="http://schemas.microsoft.com/office/drawing/2014/main" val="3272723364"/>
                  </a:ext>
                </a:extLst>
              </a:tr>
              <a:tr h="135177">
                <a:tc>
                  <a:txBody>
                    <a:bodyPr/>
                    <a:lstStyle/>
                    <a:p>
                      <a:pPr lvl="0"/>
                      <a:r>
                        <a:rPr lang="en-CA" sz="900" err="1"/>
                        <a:t>machine_id</a:t>
                      </a:r>
                      <a:endParaRPr lang="en-CA" sz="900"/>
                    </a:p>
                  </a:txBody>
                  <a:tcPr marL="32623" marR="32623" marT="16312" marB="16312"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F0EFE9"/>
                    </a:solidFill>
                  </a:tcPr>
                </a:tc>
                <a:tc>
                  <a:txBody>
                    <a:bodyPr/>
                    <a:lstStyle/>
                    <a:p>
                      <a:pPr lvl="0"/>
                      <a:r>
                        <a:rPr lang="en-CA" sz="900"/>
                        <a:t>Identifier</a:t>
                      </a:r>
                    </a:p>
                  </a:txBody>
                  <a:tcPr marL="32623" marR="32623" marT="16312" marB="16312"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F0EFE9"/>
                    </a:solidFill>
                  </a:tcPr>
                </a:tc>
                <a:extLst>
                  <a:ext uri="{0D108BD9-81ED-4DB2-BD59-A6C34878D82A}">
                    <a16:rowId xmlns:a16="http://schemas.microsoft.com/office/drawing/2014/main" val="2490911086"/>
                  </a:ext>
                </a:extLst>
              </a:tr>
              <a:tr h="135177">
                <a:tc>
                  <a:txBody>
                    <a:bodyPr/>
                    <a:lstStyle/>
                    <a:p>
                      <a:pPr lvl="0"/>
                      <a:r>
                        <a:rPr lang="en-CA" sz="900"/>
                        <a:t>user</a:t>
                      </a:r>
                    </a:p>
                  </a:txBody>
                  <a:tcPr marL="32623" marR="32623" marT="16312" marB="16312"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F0EFE9"/>
                    </a:solidFill>
                  </a:tcPr>
                </a:tc>
                <a:tc>
                  <a:txBody>
                    <a:bodyPr/>
                    <a:lstStyle/>
                    <a:p>
                      <a:pPr lvl="0"/>
                      <a:r>
                        <a:rPr lang="en-CA" sz="900"/>
                        <a:t>Identifier</a:t>
                      </a:r>
                    </a:p>
                  </a:txBody>
                  <a:tcPr marL="32623" marR="32623" marT="16312" marB="16312"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F0EFE9"/>
                    </a:solidFill>
                  </a:tcPr>
                </a:tc>
                <a:extLst>
                  <a:ext uri="{0D108BD9-81ED-4DB2-BD59-A6C34878D82A}">
                    <a16:rowId xmlns:a16="http://schemas.microsoft.com/office/drawing/2014/main" val="1290866537"/>
                  </a:ext>
                </a:extLst>
              </a:tr>
              <a:tr h="135177">
                <a:tc>
                  <a:txBody>
                    <a:bodyPr/>
                    <a:lstStyle/>
                    <a:p>
                      <a:pPr lvl="0"/>
                      <a:r>
                        <a:rPr lang="en-CA" sz="900"/>
                        <a:t>avg_cpu</a:t>
                      </a:r>
                    </a:p>
                  </a:txBody>
                  <a:tcPr marL="32623" marR="32623" marT="16312" marB="16312"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ECF4DF"/>
                    </a:solidFill>
                  </a:tcPr>
                </a:tc>
                <a:tc>
                  <a:txBody>
                    <a:bodyPr/>
                    <a:lstStyle/>
                    <a:p>
                      <a:pPr lvl="0"/>
                      <a:r>
                        <a:rPr lang="en-CA" sz="900"/>
                        <a:t>LSTM target</a:t>
                      </a:r>
                    </a:p>
                  </a:txBody>
                  <a:tcPr marL="32623" marR="32623" marT="16312" marB="16312"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ECF4DF"/>
                    </a:solidFill>
                  </a:tcPr>
                </a:tc>
                <a:extLst>
                  <a:ext uri="{0D108BD9-81ED-4DB2-BD59-A6C34878D82A}">
                    <a16:rowId xmlns:a16="http://schemas.microsoft.com/office/drawing/2014/main" val="1462558739"/>
                  </a:ext>
                </a:extLst>
              </a:tr>
              <a:tr h="135177">
                <a:tc>
                  <a:txBody>
                    <a:bodyPr/>
                    <a:lstStyle/>
                    <a:p>
                      <a:pPr lvl="0"/>
                      <a:r>
                        <a:rPr lang="en-CA" sz="900"/>
                        <a:t>avg_mem</a:t>
                      </a:r>
                    </a:p>
                  </a:txBody>
                  <a:tcPr marL="32623" marR="32623" marT="16312" marB="16312"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ECF4DF"/>
                    </a:solidFill>
                  </a:tcPr>
                </a:tc>
                <a:tc>
                  <a:txBody>
                    <a:bodyPr/>
                    <a:lstStyle/>
                    <a:p>
                      <a:pPr lvl="0"/>
                      <a:r>
                        <a:rPr lang="en-CA" sz="900"/>
                        <a:t>LSTM target</a:t>
                      </a:r>
                    </a:p>
                  </a:txBody>
                  <a:tcPr marL="32623" marR="32623" marT="16312" marB="16312"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ECF4DF"/>
                    </a:solidFill>
                  </a:tcPr>
                </a:tc>
                <a:extLst>
                  <a:ext uri="{0D108BD9-81ED-4DB2-BD59-A6C34878D82A}">
                    <a16:rowId xmlns:a16="http://schemas.microsoft.com/office/drawing/2014/main" val="282231007"/>
                  </a:ext>
                </a:extLst>
              </a:tr>
              <a:tr h="135177">
                <a:tc>
                  <a:txBody>
                    <a:bodyPr/>
                    <a:lstStyle/>
                    <a:p>
                      <a:pPr lvl="0"/>
                      <a:r>
                        <a:rPr lang="en-CA" sz="900"/>
                        <a:t>scheduling_class</a:t>
                      </a:r>
                    </a:p>
                  </a:txBody>
                  <a:tcPr marL="32623" marR="32623" marT="16312" marB="16312"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EAF0FA"/>
                    </a:solidFill>
                  </a:tcPr>
                </a:tc>
                <a:tc>
                  <a:txBody>
                    <a:bodyPr/>
                    <a:lstStyle/>
                    <a:p>
                      <a:pPr lvl="0"/>
                      <a:r>
                        <a:rPr lang="en-CA" sz="900"/>
                        <a:t>Feature / regressor</a:t>
                      </a:r>
                    </a:p>
                  </a:txBody>
                  <a:tcPr marL="32623" marR="32623" marT="16312" marB="16312"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EAF0FA"/>
                    </a:solidFill>
                  </a:tcPr>
                </a:tc>
                <a:extLst>
                  <a:ext uri="{0D108BD9-81ED-4DB2-BD59-A6C34878D82A}">
                    <a16:rowId xmlns:a16="http://schemas.microsoft.com/office/drawing/2014/main" val="682354317"/>
                  </a:ext>
                </a:extLst>
              </a:tr>
              <a:tr h="135177">
                <a:tc>
                  <a:txBody>
                    <a:bodyPr/>
                    <a:lstStyle/>
                    <a:p>
                      <a:pPr lvl="0"/>
                      <a:r>
                        <a:rPr lang="en-CA" sz="900"/>
                        <a:t>priority_tier</a:t>
                      </a:r>
                    </a:p>
                  </a:txBody>
                  <a:tcPr marL="32623" marR="32623" marT="16312" marB="16312"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EAF0FA"/>
                    </a:solidFill>
                  </a:tcPr>
                </a:tc>
                <a:tc>
                  <a:txBody>
                    <a:bodyPr/>
                    <a:lstStyle/>
                    <a:p>
                      <a:pPr lvl="0"/>
                      <a:r>
                        <a:rPr lang="en-CA" sz="900"/>
                        <a:t>Feature / regressor</a:t>
                      </a:r>
                    </a:p>
                  </a:txBody>
                  <a:tcPr marL="32623" marR="32623" marT="16312" marB="16312"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EAF0FA"/>
                    </a:solidFill>
                  </a:tcPr>
                </a:tc>
                <a:extLst>
                  <a:ext uri="{0D108BD9-81ED-4DB2-BD59-A6C34878D82A}">
                    <a16:rowId xmlns:a16="http://schemas.microsoft.com/office/drawing/2014/main" val="1493723734"/>
                  </a:ext>
                </a:extLst>
              </a:tr>
              <a:tr h="135177">
                <a:tc>
                  <a:txBody>
                    <a:bodyPr/>
                    <a:lstStyle/>
                    <a:p>
                      <a:pPr lvl="0"/>
                      <a:r>
                        <a:rPr lang="en-CA" sz="900"/>
                        <a:t>assigned_memory</a:t>
                      </a:r>
                    </a:p>
                  </a:txBody>
                  <a:tcPr marL="32623" marR="32623" marT="16312" marB="16312"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EAF0FA"/>
                    </a:solidFill>
                  </a:tcPr>
                </a:tc>
                <a:tc>
                  <a:txBody>
                    <a:bodyPr/>
                    <a:lstStyle/>
                    <a:p>
                      <a:pPr lvl="0"/>
                      <a:r>
                        <a:rPr lang="en-CA" sz="900"/>
                        <a:t>Feature / regressor</a:t>
                      </a:r>
                    </a:p>
                  </a:txBody>
                  <a:tcPr marL="32623" marR="32623" marT="16312" marB="16312"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EAF0FA"/>
                    </a:solidFill>
                  </a:tcPr>
                </a:tc>
                <a:extLst>
                  <a:ext uri="{0D108BD9-81ED-4DB2-BD59-A6C34878D82A}">
                    <a16:rowId xmlns:a16="http://schemas.microsoft.com/office/drawing/2014/main" val="915442643"/>
                  </a:ext>
                </a:extLst>
              </a:tr>
              <a:tr h="135177">
                <a:tc>
                  <a:txBody>
                    <a:bodyPr/>
                    <a:lstStyle/>
                    <a:p>
                      <a:pPr lvl="0"/>
                      <a:r>
                        <a:rPr lang="en-CA" sz="900"/>
                        <a:t>page_cache_memory</a:t>
                      </a:r>
                    </a:p>
                  </a:txBody>
                  <a:tcPr marL="32623" marR="32623" marT="16312" marB="16312"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EAF0FA"/>
                    </a:solidFill>
                  </a:tcPr>
                </a:tc>
                <a:tc>
                  <a:txBody>
                    <a:bodyPr/>
                    <a:lstStyle/>
                    <a:p>
                      <a:pPr lvl="0"/>
                      <a:r>
                        <a:rPr lang="en-CA" sz="900"/>
                        <a:t>Feature / regressor</a:t>
                      </a:r>
                    </a:p>
                  </a:txBody>
                  <a:tcPr marL="32623" marR="32623" marT="16312" marB="16312"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EAF0FA"/>
                    </a:solidFill>
                  </a:tcPr>
                </a:tc>
                <a:extLst>
                  <a:ext uri="{0D108BD9-81ED-4DB2-BD59-A6C34878D82A}">
                    <a16:rowId xmlns:a16="http://schemas.microsoft.com/office/drawing/2014/main" val="897562970"/>
                  </a:ext>
                </a:extLst>
              </a:tr>
              <a:tr h="135177">
                <a:tc>
                  <a:txBody>
                    <a:bodyPr/>
                    <a:lstStyle/>
                    <a:p>
                      <a:pPr lvl="0"/>
                      <a:r>
                        <a:rPr lang="en-CA" sz="900"/>
                        <a:t>p90_cpu</a:t>
                      </a:r>
                    </a:p>
                  </a:txBody>
                  <a:tcPr marL="32623" marR="32623" marT="16312" marB="16312"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EAF0FA"/>
                    </a:solidFill>
                  </a:tcPr>
                </a:tc>
                <a:tc>
                  <a:txBody>
                    <a:bodyPr/>
                    <a:lstStyle/>
                    <a:p>
                      <a:pPr lvl="0"/>
                      <a:r>
                        <a:rPr lang="en-CA" sz="900"/>
                        <a:t>Feature / regressor</a:t>
                      </a:r>
                    </a:p>
                  </a:txBody>
                  <a:tcPr marL="32623" marR="32623" marT="16312" marB="16312"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EAF0FA"/>
                    </a:solidFill>
                  </a:tcPr>
                </a:tc>
                <a:extLst>
                  <a:ext uri="{0D108BD9-81ED-4DB2-BD59-A6C34878D82A}">
                    <a16:rowId xmlns:a16="http://schemas.microsoft.com/office/drawing/2014/main" val="1804742601"/>
                  </a:ext>
                </a:extLst>
              </a:tr>
              <a:tr h="142169">
                <a:tc>
                  <a:txBody>
                    <a:bodyPr/>
                    <a:lstStyle/>
                    <a:p>
                      <a:pPr lvl="0"/>
                      <a:r>
                        <a:rPr lang="en-CA" sz="900"/>
                        <a:t>p95_cpu</a:t>
                      </a:r>
                    </a:p>
                  </a:txBody>
                  <a:tcPr marL="32623" marR="32623" marT="16312" marB="16312"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ECE5D1"/>
                    </a:solidFill>
                  </a:tcPr>
                </a:tc>
                <a:tc>
                  <a:txBody>
                    <a:bodyPr/>
                    <a:lstStyle/>
                    <a:p>
                      <a:pPr lvl="0"/>
                      <a:r>
                        <a:rPr lang="en-CA" sz="900"/>
                        <a:t>Evaluation benchmark</a:t>
                      </a:r>
                    </a:p>
                  </a:txBody>
                  <a:tcPr marL="32623" marR="32623" marT="16312" marB="16312"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ECE5D1"/>
                    </a:solidFill>
                  </a:tcPr>
                </a:tc>
                <a:extLst>
                  <a:ext uri="{0D108BD9-81ED-4DB2-BD59-A6C34878D82A}">
                    <a16:rowId xmlns:a16="http://schemas.microsoft.com/office/drawing/2014/main" val="2178829393"/>
                  </a:ext>
                </a:extLst>
              </a:tr>
              <a:tr h="135177">
                <a:tc>
                  <a:txBody>
                    <a:bodyPr/>
                    <a:lstStyle/>
                    <a:p>
                      <a:pPr lvl="0"/>
                      <a:r>
                        <a:rPr lang="en-CA" sz="900"/>
                        <a:t>max_cpu</a:t>
                      </a:r>
                    </a:p>
                  </a:txBody>
                  <a:tcPr marL="32623" marR="32623" marT="16312" marB="16312"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ECE5D1"/>
                    </a:solidFill>
                  </a:tcPr>
                </a:tc>
                <a:tc>
                  <a:txBody>
                    <a:bodyPr/>
                    <a:lstStyle/>
                    <a:p>
                      <a:pPr lvl="0"/>
                      <a:r>
                        <a:rPr lang="en-CA" sz="900"/>
                        <a:t>Evaluation benchmark</a:t>
                      </a:r>
                    </a:p>
                  </a:txBody>
                  <a:tcPr marL="32623" marR="32623" marT="16312" marB="16312"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ECE5D1"/>
                    </a:solidFill>
                  </a:tcPr>
                </a:tc>
                <a:extLst>
                  <a:ext uri="{0D108BD9-81ED-4DB2-BD59-A6C34878D82A}">
                    <a16:rowId xmlns:a16="http://schemas.microsoft.com/office/drawing/2014/main" val="174177986"/>
                  </a:ext>
                </a:extLst>
              </a:tr>
              <a:tr h="135177">
                <a:tc>
                  <a:txBody>
                    <a:bodyPr/>
                    <a:lstStyle/>
                    <a:p>
                      <a:pPr lvl="0"/>
                      <a:r>
                        <a:rPr lang="en-CA" sz="900"/>
                        <a:t>max_mem</a:t>
                      </a:r>
                    </a:p>
                  </a:txBody>
                  <a:tcPr marL="32623" marR="32623" marT="16312" marB="16312"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ECE5D1"/>
                    </a:solidFill>
                  </a:tcPr>
                </a:tc>
                <a:tc>
                  <a:txBody>
                    <a:bodyPr/>
                    <a:lstStyle/>
                    <a:p>
                      <a:pPr lvl="0"/>
                      <a:r>
                        <a:rPr lang="en-CA" sz="900"/>
                        <a:t>Evaluation benchmark</a:t>
                      </a:r>
                    </a:p>
                  </a:txBody>
                  <a:tcPr marL="32623" marR="32623" marT="16312" marB="16312"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ECE5D1"/>
                    </a:solidFill>
                  </a:tcPr>
                </a:tc>
                <a:extLst>
                  <a:ext uri="{0D108BD9-81ED-4DB2-BD59-A6C34878D82A}">
                    <a16:rowId xmlns:a16="http://schemas.microsoft.com/office/drawing/2014/main" val="2909766010"/>
                  </a:ext>
                </a:extLst>
              </a:tr>
              <a:tr h="135177">
                <a:tc>
                  <a:txBody>
                    <a:bodyPr/>
                    <a:lstStyle/>
                    <a:p>
                      <a:pPr lvl="0"/>
                      <a:r>
                        <a:rPr lang="en-CA" sz="900"/>
                        <a:t>req_cpu</a:t>
                      </a:r>
                    </a:p>
                  </a:txBody>
                  <a:tcPr marL="32623" marR="32623" marT="16312" marB="16312"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EACB7A"/>
                    </a:solidFill>
                  </a:tcPr>
                </a:tc>
                <a:tc>
                  <a:txBody>
                    <a:bodyPr/>
                    <a:lstStyle/>
                    <a:p>
                      <a:pPr lvl="0"/>
                      <a:r>
                        <a:rPr lang="en-CA" sz="900"/>
                        <a:t>Optimiser input</a:t>
                      </a:r>
                    </a:p>
                  </a:txBody>
                  <a:tcPr marL="32623" marR="32623" marT="16312" marB="16312"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EACB7A"/>
                    </a:solidFill>
                  </a:tcPr>
                </a:tc>
                <a:extLst>
                  <a:ext uri="{0D108BD9-81ED-4DB2-BD59-A6C34878D82A}">
                    <a16:rowId xmlns:a16="http://schemas.microsoft.com/office/drawing/2014/main" val="41280323"/>
                  </a:ext>
                </a:extLst>
              </a:tr>
              <a:tr h="135177">
                <a:tc>
                  <a:txBody>
                    <a:bodyPr/>
                    <a:lstStyle/>
                    <a:p>
                      <a:pPr lvl="0"/>
                      <a:r>
                        <a:rPr lang="en-CA" sz="900"/>
                        <a:t>req_memory</a:t>
                      </a:r>
                    </a:p>
                  </a:txBody>
                  <a:tcPr marL="32623" marR="32623" marT="16312" marB="16312"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EACB7A"/>
                    </a:solidFill>
                  </a:tcPr>
                </a:tc>
                <a:tc>
                  <a:txBody>
                    <a:bodyPr/>
                    <a:lstStyle/>
                    <a:p>
                      <a:pPr lvl="0"/>
                      <a:r>
                        <a:rPr lang="en-CA" sz="900"/>
                        <a:t>Optimiser input</a:t>
                      </a:r>
                    </a:p>
                  </a:txBody>
                  <a:tcPr marL="32623" marR="32623" marT="16312" marB="16312"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EACB7A"/>
                    </a:solidFill>
                  </a:tcPr>
                </a:tc>
                <a:extLst>
                  <a:ext uri="{0D108BD9-81ED-4DB2-BD59-A6C34878D82A}">
                    <a16:rowId xmlns:a16="http://schemas.microsoft.com/office/drawing/2014/main" val="2332715206"/>
                  </a:ext>
                </a:extLst>
              </a:tr>
              <a:tr h="135177">
                <a:tc>
                  <a:txBody>
                    <a:bodyPr/>
                    <a:lstStyle/>
                    <a:p>
                      <a:pPr lvl="0"/>
                      <a:r>
                        <a:rPr lang="en-CA" sz="900"/>
                        <a:t>collection_type</a:t>
                      </a:r>
                    </a:p>
                  </a:txBody>
                  <a:tcPr marL="32623" marR="32623" marT="16312" marB="16312"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F7EBEB"/>
                    </a:solidFill>
                  </a:tcPr>
                </a:tc>
                <a:tc>
                  <a:txBody>
                    <a:bodyPr/>
                    <a:lstStyle/>
                    <a:p>
                      <a:pPr lvl="0"/>
                      <a:r>
                        <a:rPr lang="en-CA" sz="900"/>
                        <a:t>Diagnostic only</a:t>
                      </a:r>
                    </a:p>
                  </a:txBody>
                  <a:tcPr marL="32623" marR="32623" marT="16312" marB="16312"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F7EBEB"/>
                    </a:solidFill>
                  </a:tcPr>
                </a:tc>
                <a:extLst>
                  <a:ext uri="{0D108BD9-81ED-4DB2-BD59-A6C34878D82A}">
                    <a16:rowId xmlns:a16="http://schemas.microsoft.com/office/drawing/2014/main" val="2654212265"/>
                  </a:ext>
                </a:extLst>
              </a:tr>
              <a:tr h="135177">
                <a:tc>
                  <a:txBody>
                    <a:bodyPr/>
                    <a:lstStyle/>
                    <a:p>
                      <a:pPr lvl="0"/>
                      <a:r>
                        <a:rPr lang="en-CA" sz="900"/>
                        <a:t>priority</a:t>
                      </a:r>
                    </a:p>
                  </a:txBody>
                  <a:tcPr marL="32623" marR="32623" marT="16312" marB="16312"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F7EBEB"/>
                    </a:solidFill>
                  </a:tcPr>
                </a:tc>
                <a:tc>
                  <a:txBody>
                    <a:bodyPr/>
                    <a:lstStyle/>
                    <a:p>
                      <a:pPr lvl="0"/>
                      <a:r>
                        <a:rPr lang="en-CA" sz="900"/>
                        <a:t>Diagnostic only</a:t>
                      </a:r>
                    </a:p>
                  </a:txBody>
                  <a:tcPr marL="32623" marR="32623" marT="16312" marB="16312"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F7EBEB"/>
                    </a:solidFill>
                  </a:tcPr>
                </a:tc>
                <a:extLst>
                  <a:ext uri="{0D108BD9-81ED-4DB2-BD59-A6C34878D82A}">
                    <a16:rowId xmlns:a16="http://schemas.microsoft.com/office/drawing/2014/main" val="2531881563"/>
                  </a:ext>
                </a:extLst>
              </a:tr>
              <a:tr h="135177">
                <a:tc>
                  <a:txBody>
                    <a:bodyPr/>
                    <a:lstStyle/>
                    <a:p>
                      <a:pPr lvl="0"/>
                      <a:r>
                        <a:rPr lang="en-CA" sz="900"/>
                        <a:t>terminal_type</a:t>
                      </a:r>
                    </a:p>
                  </a:txBody>
                  <a:tcPr marL="32623" marR="32623" marT="16312" marB="16312"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F7EBEB"/>
                    </a:solidFill>
                  </a:tcPr>
                </a:tc>
                <a:tc>
                  <a:txBody>
                    <a:bodyPr/>
                    <a:lstStyle/>
                    <a:p>
                      <a:pPr lvl="0"/>
                      <a:r>
                        <a:rPr lang="en-CA" sz="900"/>
                        <a:t>Diagnostic only</a:t>
                      </a:r>
                    </a:p>
                  </a:txBody>
                  <a:tcPr marL="32623" marR="32623" marT="16312" marB="16312"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F7EBEB"/>
                    </a:solidFill>
                  </a:tcPr>
                </a:tc>
                <a:extLst>
                  <a:ext uri="{0D108BD9-81ED-4DB2-BD59-A6C34878D82A}">
                    <a16:rowId xmlns:a16="http://schemas.microsoft.com/office/drawing/2014/main" val="41697859"/>
                  </a:ext>
                </a:extLst>
              </a:tr>
              <a:tr h="135177">
                <a:tc>
                  <a:txBody>
                    <a:bodyPr/>
                    <a:lstStyle/>
                    <a:p>
                      <a:pPr lvl="0"/>
                      <a:r>
                        <a:rPr lang="en-CA" sz="900" err="1"/>
                        <a:t>mem_overcommit_ratio</a:t>
                      </a:r>
                      <a:endParaRPr lang="en-CA" sz="900"/>
                    </a:p>
                  </a:txBody>
                  <a:tcPr marL="32623" marR="32623" marT="16312" marB="16312"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F7EBEB"/>
                    </a:solidFill>
                  </a:tcPr>
                </a:tc>
                <a:tc>
                  <a:txBody>
                    <a:bodyPr/>
                    <a:lstStyle/>
                    <a:p>
                      <a:pPr lvl="0"/>
                      <a:r>
                        <a:rPr lang="en-CA" sz="900"/>
                        <a:t>Diagnostic only</a:t>
                      </a:r>
                    </a:p>
                  </a:txBody>
                  <a:tcPr marL="32623" marR="32623" marT="16312" marB="16312"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F7EBEB"/>
                    </a:solidFill>
                  </a:tcPr>
                </a:tc>
                <a:extLst>
                  <a:ext uri="{0D108BD9-81ED-4DB2-BD59-A6C34878D82A}">
                    <a16:rowId xmlns:a16="http://schemas.microsoft.com/office/drawing/2014/main" val="2550422714"/>
                  </a:ext>
                </a:extLst>
              </a:tr>
            </a:tbl>
          </a:graphicData>
        </a:graphic>
      </p:graphicFrame>
      <p:pic>
        <p:nvPicPr>
          <p:cNvPr id="67" name="Picture 66">
            <a:extLst>
              <a:ext uri="{FF2B5EF4-FFF2-40B4-BE49-F238E27FC236}">
                <a16:creationId xmlns:a16="http://schemas.microsoft.com/office/drawing/2014/main" id="{C7CA270D-E024-4E3C-BC4F-9A26425BCA9C}"/>
              </a:ext>
            </a:extLst>
          </p:cNvPr>
          <p:cNvPicPr>
            <a:picLocks noChangeAspect="1"/>
          </p:cNvPicPr>
          <p:nvPr/>
        </p:nvPicPr>
        <p:blipFill>
          <a:blip r:embed="rId3"/>
          <a:stretch>
            <a:fillRect/>
          </a:stretch>
        </p:blipFill>
        <p:spPr>
          <a:xfrm>
            <a:off x="3053303" y="784684"/>
            <a:ext cx="5820187" cy="1039017"/>
          </a:xfrm>
          <a:prstGeom prst="rect">
            <a:avLst/>
          </a:prstGeom>
        </p:spPr>
      </p:pic>
      <p:pic>
        <p:nvPicPr>
          <p:cNvPr id="69" name="Picture 68">
            <a:extLst>
              <a:ext uri="{FF2B5EF4-FFF2-40B4-BE49-F238E27FC236}">
                <a16:creationId xmlns:a16="http://schemas.microsoft.com/office/drawing/2014/main" id="{FDC2104B-511A-41CC-A2A8-1C1E6AA60F18}"/>
              </a:ext>
            </a:extLst>
          </p:cNvPr>
          <p:cNvPicPr>
            <a:picLocks noChangeAspect="1"/>
          </p:cNvPicPr>
          <p:nvPr/>
        </p:nvPicPr>
        <p:blipFill>
          <a:blip r:embed="rId4"/>
          <a:stretch>
            <a:fillRect/>
          </a:stretch>
        </p:blipFill>
        <p:spPr>
          <a:xfrm>
            <a:off x="3053303" y="1937642"/>
            <a:ext cx="5581650" cy="1228725"/>
          </a:xfrm>
          <a:prstGeom prst="rect">
            <a:avLst/>
          </a:prstGeom>
        </p:spPr>
      </p:pic>
      <p:pic>
        <p:nvPicPr>
          <p:cNvPr id="71" name="Picture 70">
            <a:extLst>
              <a:ext uri="{FF2B5EF4-FFF2-40B4-BE49-F238E27FC236}">
                <a16:creationId xmlns:a16="http://schemas.microsoft.com/office/drawing/2014/main" id="{966B8D94-E2E6-408C-8737-1D94F3309570}"/>
              </a:ext>
            </a:extLst>
          </p:cNvPr>
          <p:cNvPicPr>
            <a:picLocks noChangeAspect="1"/>
          </p:cNvPicPr>
          <p:nvPr/>
        </p:nvPicPr>
        <p:blipFill>
          <a:blip r:embed="rId5"/>
          <a:stretch>
            <a:fillRect/>
          </a:stretch>
        </p:blipFill>
        <p:spPr>
          <a:xfrm>
            <a:off x="3053303" y="3313166"/>
            <a:ext cx="5553075" cy="127635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w="12700">
            <a:solidFill>
              <a:srgbClr val="1B2A4A"/>
            </a:solidFill>
            <a:prstDash val="solid"/>
          </a:ln>
        </p:spPr>
        <p:txBody>
          <a:bodyPr/>
          <a:lstStyle/>
          <a:p>
            <a:endParaRPr lang="en-US"/>
          </a:p>
        </p:txBody>
      </p:sp>
      <p:sp>
        <p:nvSpPr>
          <p:cNvPr id="3" name="Text 1"/>
          <p:cNvSpPr/>
          <p:nvPr/>
        </p:nvSpPr>
        <p:spPr>
          <a:xfrm>
            <a:off x="365760" y="0"/>
            <a:ext cx="8412480" cy="658368"/>
          </a:xfrm>
          <a:prstGeom prst="rect">
            <a:avLst/>
          </a:prstGeom>
          <a:noFill/>
          <a:ln/>
        </p:spPr>
        <p:txBody>
          <a:bodyPr wrap="square" lIns="0" tIns="0" rIns="0" bIns="0" rtlCol="0" anchor="ctr"/>
          <a:lstStyle/>
          <a:p>
            <a:pPr marL="0" indent="0">
              <a:buNone/>
            </a:pPr>
            <a:r>
              <a:rPr lang="en-US" sz="2200" b="1">
                <a:solidFill>
                  <a:srgbClr val="FFFFFF"/>
                </a:solidFill>
                <a:latin typeface="Calibri" pitchFamily="34" charset="0"/>
                <a:ea typeface="Calibri" pitchFamily="34" charset="-122"/>
                <a:cs typeface="Calibri" pitchFamily="34" charset="-120"/>
              </a:rPr>
              <a:t>Reading One Row — What Each Value Means</a:t>
            </a:r>
            <a:endParaRPr lang="en-US" sz="2200"/>
          </a:p>
        </p:txBody>
      </p:sp>
      <p:sp>
        <p:nvSpPr>
          <p:cNvPr id="4" name="Shape 2"/>
          <p:cNvSpPr/>
          <p:nvPr/>
        </p:nvSpPr>
        <p:spPr>
          <a:xfrm>
            <a:off x="274320" y="777240"/>
            <a:ext cx="8595360" cy="475488"/>
          </a:xfrm>
          <a:prstGeom prst="rect">
            <a:avLst/>
          </a:prstGeom>
          <a:solidFill>
            <a:srgbClr val="1B2A4A">
              <a:alpha val="90000"/>
            </a:srgbClr>
          </a:solidFill>
          <a:ln w="12700">
            <a:solidFill>
              <a:srgbClr val="1B2A4A"/>
            </a:solidFill>
            <a:prstDash val="solid"/>
          </a:ln>
        </p:spPr>
        <p:txBody>
          <a:bodyPr/>
          <a:lstStyle/>
          <a:p>
            <a:endParaRPr lang="en-US"/>
          </a:p>
        </p:txBody>
      </p:sp>
      <p:sp>
        <p:nvSpPr>
          <p:cNvPr id="5" name="Text 3"/>
          <p:cNvSpPr/>
          <p:nvPr/>
        </p:nvSpPr>
        <p:spPr>
          <a:xfrm>
            <a:off x="274320" y="777240"/>
            <a:ext cx="8595360" cy="475488"/>
          </a:xfrm>
          <a:prstGeom prst="rect">
            <a:avLst/>
          </a:prstGeom>
          <a:noFill/>
          <a:ln/>
        </p:spPr>
        <p:txBody>
          <a:bodyPr wrap="square" lIns="101600" tIns="101600" rIns="101600" bIns="101600" rtlCol="0" anchor="ctr"/>
          <a:lstStyle/>
          <a:p>
            <a:pPr marL="0" indent="0">
              <a:buNone/>
            </a:pPr>
            <a:r>
              <a:rPr lang="en-US" sz="850" i="1">
                <a:solidFill>
                  <a:srgbClr val="FFFFFF"/>
                </a:solidFill>
                <a:latin typeface="Calibri" pitchFamily="34" charset="0"/>
                <a:ea typeface="Calibri" pitchFamily="34" charset="-122"/>
                <a:cs typeface="Calibri" pitchFamily="34" charset="-120"/>
              </a:rPr>
              <a:t>collection_id=201428  ·  instance_index=30  ·  start_time=600,000,000 µs  ·  sub_seq_id=0  ·  avg_cpu=0.0412  ·  avg_mem=0.0219  ·  max_cpu=0.0645  ·  req_memory=0.0293  ·  scheduling_class=3  ·  priority=120  ·  terminal_type=6  ·  user=mNk3pQrZ...</a:t>
            </a:r>
            <a:endParaRPr lang="en-US" sz="850"/>
          </a:p>
        </p:txBody>
      </p:sp>
      <p:sp>
        <p:nvSpPr>
          <p:cNvPr id="6" name="Shape 4"/>
          <p:cNvSpPr/>
          <p:nvPr/>
        </p:nvSpPr>
        <p:spPr>
          <a:xfrm>
            <a:off x="274320" y="1371600"/>
            <a:ext cx="4206240" cy="438912"/>
          </a:xfrm>
          <a:prstGeom prst="rect">
            <a:avLst/>
          </a:prstGeom>
          <a:solidFill>
            <a:srgbClr val="F1F5F9"/>
          </a:solidFill>
          <a:ln w="6350">
            <a:solidFill>
              <a:srgbClr val="CBD5E1"/>
            </a:solidFill>
            <a:prstDash val="solid"/>
          </a:ln>
        </p:spPr>
        <p:txBody>
          <a:bodyPr/>
          <a:lstStyle/>
          <a:p>
            <a:endParaRPr lang="en-US"/>
          </a:p>
        </p:txBody>
      </p:sp>
      <p:sp>
        <p:nvSpPr>
          <p:cNvPr id="7" name="Text 5"/>
          <p:cNvSpPr/>
          <p:nvPr/>
        </p:nvSpPr>
        <p:spPr>
          <a:xfrm>
            <a:off x="347472" y="1399032"/>
            <a:ext cx="4023360" cy="173736"/>
          </a:xfrm>
          <a:prstGeom prst="rect">
            <a:avLst/>
          </a:prstGeom>
          <a:noFill/>
          <a:ln/>
        </p:spPr>
        <p:txBody>
          <a:bodyPr wrap="square" lIns="0" tIns="0" rIns="0" bIns="0" rtlCol="0" anchor="t"/>
          <a:lstStyle/>
          <a:p>
            <a:pPr marL="0" indent="0">
              <a:buNone/>
            </a:pPr>
            <a:r>
              <a:rPr lang="en-US" sz="850" b="1">
                <a:solidFill>
                  <a:srgbClr val="2563EB"/>
                </a:solidFill>
                <a:latin typeface="Calibri" pitchFamily="34" charset="0"/>
                <a:ea typeface="Calibri" pitchFamily="34" charset="-122"/>
                <a:cs typeface="Calibri" pitchFamily="34" charset="-120"/>
              </a:rPr>
              <a:t>collection_id = 201428</a:t>
            </a:r>
            <a:endParaRPr lang="en-US" sz="850"/>
          </a:p>
        </p:txBody>
      </p:sp>
      <p:sp>
        <p:nvSpPr>
          <p:cNvPr id="8" name="Text 6"/>
          <p:cNvSpPr/>
          <p:nvPr/>
        </p:nvSpPr>
        <p:spPr>
          <a:xfrm>
            <a:off x="347472" y="1591056"/>
            <a:ext cx="4023360" cy="192024"/>
          </a:xfrm>
          <a:prstGeom prst="rect">
            <a:avLst/>
          </a:prstGeom>
          <a:noFill/>
          <a:ln/>
        </p:spPr>
        <p:txBody>
          <a:bodyPr wrap="square" lIns="0" tIns="0" rIns="0" bIns="0" rtlCol="0" anchor="t"/>
          <a:lstStyle/>
          <a:p>
            <a:pPr marL="0" indent="0">
              <a:buNone/>
            </a:pPr>
            <a:r>
              <a:rPr lang="en-US" sz="850">
                <a:solidFill>
                  <a:srgbClr val="1E293B"/>
                </a:solidFill>
                <a:latin typeface="Calibri" pitchFamily="34" charset="0"/>
                <a:ea typeface="Calibri" pitchFamily="34" charset="-122"/>
                <a:cs typeface="Calibri" pitchFamily="34" charset="-120"/>
              </a:rPr>
              <a:t>The unique job identifier. All instances of this job share this ID.</a:t>
            </a:r>
            <a:endParaRPr lang="en-US" sz="850"/>
          </a:p>
        </p:txBody>
      </p:sp>
      <p:sp>
        <p:nvSpPr>
          <p:cNvPr id="9" name="Shape 7"/>
          <p:cNvSpPr/>
          <p:nvPr/>
        </p:nvSpPr>
        <p:spPr>
          <a:xfrm>
            <a:off x="274320" y="1847088"/>
            <a:ext cx="4206240" cy="438912"/>
          </a:xfrm>
          <a:prstGeom prst="rect">
            <a:avLst/>
          </a:prstGeom>
          <a:solidFill>
            <a:srgbClr val="FFFFFF"/>
          </a:solidFill>
          <a:ln w="6350">
            <a:solidFill>
              <a:srgbClr val="CBD5E1"/>
            </a:solidFill>
            <a:prstDash val="solid"/>
          </a:ln>
        </p:spPr>
        <p:txBody>
          <a:bodyPr/>
          <a:lstStyle/>
          <a:p>
            <a:endParaRPr lang="en-US"/>
          </a:p>
        </p:txBody>
      </p:sp>
      <p:sp>
        <p:nvSpPr>
          <p:cNvPr id="10" name="Text 8"/>
          <p:cNvSpPr/>
          <p:nvPr/>
        </p:nvSpPr>
        <p:spPr>
          <a:xfrm>
            <a:off x="347472" y="1874520"/>
            <a:ext cx="4023360" cy="173736"/>
          </a:xfrm>
          <a:prstGeom prst="rect">
            <a:avLst/>
          </a:prstGeom>
          <a:noFill/>
          <a:ln/>
        </p:spPr>
        <p:txBody>
          <a:bodyPr wrap="square" lIns="0" tIns="0" rIns="0" bIns="0" rtlCol="0" anchor="t"/>
          <a:lstStyle/>
          <a:p>
            <a:pPr marL="0" indent="0">
              <a:buNone/>
            </a:pPr>
            <a:r>
              <a:rPr lang="en-US" sz="850" b="1">
                <a:solidFill>
                  <a:srgbClr val="2563EB"/>
                </a:solidFill>
                <a:latin typeface="Calibri" pitchFamily="34" charset="0"/>
                <a:ea typeface="Calibri" pitchFamily="34" charset="-122"/>
                <a:cs typeface="Calibri" pitchFamily="34" charset="-120"/>
              </a:rPr>
              <a:t>instance_index = 30</a:t>
            </a:r>
            <a:endParaRPr lang="en-US" sz="850"/>
          </a:p>
        </p:txBody>
      </p:sp>
      <p:sp>
        <p:nvSpPr>
          <p:cNvPr id="11" name="Text 9"/>
          <p:cNvSpPr/>
          <p:nvPr/>
        </p:nvSpPr>
        <p:spPr>
          <a:xfrm>
            <a:off x="347472" y="2066544"/>
            <a:ext cx="4023360" cy="192024"/>
          </a:xfrm>
          <a:prstGeom prst="rect">
            <a:avLst/>
          </a:prstGeom>
          <a:noFill/>
          <a:ln/>
        </p:spPr>
        <p:txBody>
          <a:bodyPr wrap="square" lIns="0" tIns="0" rIns="0" bIns="0" rtlCol="0" anchor="t"/>
          <a:lstStyle/>
          <a:p>
            <a:pPr marL="0" indent="0">
              <a:buNone/>
            </a:pPr>
            <a:r>
              <a:rPr lang="en-US" sz="850">
                <a:solidFill>
                  <a:srgbClr val="1E293B"/>
                </a:solidFill>
                <a:latin typeface="Calibri" pitchFamily="34" charset="0"/>
                <a:ea typeface="Calibri" pitchFamily="34" charset="-122"/>
                <a:cs typeface="Calibri" pitchFamily="34" charset="-120"/>
              </a:rPr>
              <a:t>The 31st container within that job (0-based). Identifies one specific container.</a:t>
            </a:r>
            <a:endParaRPr lang="en-US" sz="850"/>
          </a:p>
        </p:txBody>
      </p:sp>
      <p:sp>
        <p:nvSpPr>
          <p:cNvPr id="12" name="Shape 10"/>
          <p:cNvSpPr/>
          <p:nvPr/>
        </p:nvSpPr>
        <p:spPr>
          <a:xfrm>
            <a:off x="274320" y="2322576"/>
            <a:ext cx="4206240" cy="438912"/>
          </a:xfrm>
          <a:prstGeom prst="rect">
            <a:avLst/>
          </a:prstGeom>
          <a:solidFill>
            <a:srgbClr val="F1F5F9"/>
          </a:solidFill>
          <a:ln w="6350">
            <a:solidFill>
              <a:srgbClr val="CBD5E1"/>
            </a:solidFill>
            <a:prstDash val="solid"/>
          </a:ln>
        </p:spPr>
        <p:txBody>
          <a:bodyPr/>
          <a:lstStyle/>
          <a:p>
            <a:endParaRPr lang="en-US"/>
          </a:p>
        </p:txBody>
      </p:sp>
      <p:sp>
        <p:nvSpPr>
          <p:cNvPr id="13" name="Text 11"/>
          <p:cNvSpPr/>
          <p:nvPr/>
        </p:nvSpPr>
        <p:spPr>
          <a:xfrm>
            <a:off x="347472" y="2350008"/>
            <a:ext cx="4023360" cy="173736"/>
          </a:xfrm>
          <a:prstGeom prst="rect">
            <a:avLst/>
          </a:prstGeom>
          <a:noFill/>
          <a:ln/>
        </p:spPr>
        <p:txBody>
          <a:bodyPr wrap="square" lIns="0" tIns="0" rIns="0" bIns="0" rtlCol="0" anchor="t"/>
          <a:lstStyle/>
          <a:p>
            <a:pPr marL="0" indent="0">
              <a:buNone/>
            </a:pPr>
            <a:r>
              <a:rPr lang="en-US" sz="850" b="1">
                <a:solidFill>
                  <a:srgbClr val="2563EB"/>
                </a:solidFill>
                <a:latin typeface="Calibri" pitchFamily="34" charset="0"/>
                <a:ea typeface="Calibri" pitchFamily="34" charset="-122"/>
                <a:cs typeface="Calibri" pitchFamily="34" charset="-120"/>
              </a:rPr>
              <a:t>start_time = 600,000,000 µs</a:t>
            </a:r>
            <a:endParaRPr lang="en-US" sz="850"/>
          </a:p>
        </p:txBody>
      </p:sp>
      <p:sp>
        <p:nvSpPr>
          <p:cNvPr id="14" name="Text 12"/>
          <p:cNvSpPr/>
          <p:nvPr/>
        </p:nvSpPr>
        <p:spPr>
          <a:xfrm>
            <a:off x="347472" y="2542032"/>
            <a:ext cx="4023360" cy="192024"/>
          </a:xfrm>
          <a:prstGeom prst="rect">
            <a:avLst/>
          </a:prstGeom>
          <a:noFill/>
          <a:ln/>
        </p:spPr>
        <p:txBody>
          <a:bodyPr wrap="square" lIns="0" tIns="0" rIns="0" bIns="0" rtlCol="0" anchor="t"/>
          <a:lstStyle/>
          <a:p>
            <a:pPr marL="0" indent="0">
              <a:buNone/>
            </a:pPr>
            <a:r>
              <a:rPr lang="en-US" sz="850">
                <a:solidFill>
                  <a:srgbClr val="1E293B"/>
                </a:solidFill>
                <a:latin typeface="Calibri" pitchFamily="34" charset="0"/>
                <a:ea typeface="Calibri" pitchFamily="34" charset="-122"/>
                <a:cs typeface="Calibri" pitchFamily="34" charset="-120"/>
              </a:rPr>
              <a:t>This window started 600 seconds after t=0 — the very first measurement in the trace.</a:t>
            </a:r>
            <a:endParaRPr lang="en-US" sz="850"/>
          </a:p>
        </p:txBody>
      </p:sp>
      <p:sp>
        <p:nvSpPr>
          <p:cNvPr id="15" name="Shape 13"/>
          <p:cNvSpPr/>
          <p:nvPr/>
        </p:nvSpPr>
        <p:spPr>
          <a:xfrm>
            <a:off x="274320" y="2798064"/>
            <a:ext cx="4206240" cy="438912"/>
          </a:xfrm>
          <a:prstGeom prst="rect">
            <a:avLst/>
          </a:prstGeom>
          <a:solidFill>
            <a:srgbClr val="FFFFFF"/>
          </a:solidFill>
          <a:ln w="6350">
            <a:solidFill>
              <a:srgbClr val="CBD5E1"/>
            </a:solidFill>
            <a:prstDash val="solid"/>
          </a:ln>
        </p:spPr>
        <p:txBody>
          <a:bodyPr/>
          <a:lstStyle/>
          <a:p>
            <a:endParaRPr lang="en-US"/>
          </a:p>
        </p:txBody>
      </p:sp>
      <p:sp>
        <p:nvSpPr>
          <p:cNvPr id="16" name="Text 14"/>
          <p:cNvSpPr/>
          <p:nvPr/>
        </p:nvSpPr>
        <p:spPr>
          <a:xfrm>
            <a:off x="347472" y="2825496"/>
            <a:ext cx="4023360" cy="173736"/>
          </a:xfrm>
          <a:prstGeom prst="rect">
            <a:avLst/>
          </a:prstGeom>
          <a:noFill/>
          <a:ln/>
        </p:spPr>
        <p:txBody>
          <a:bodyPr wrap="square" lIns="0" tIns="0" rIns="0" bIns="0" rtlCol="0" anchor="t"/>
          <a:lstStyle/>
          <a:p>
            <a:pPr marL="0" indent="0">
              <a:buNone/>
            </a:pPr>
            <a:r>
              <a:rPr lang="en-US" sz="850" b="1">
                <a:solidFill>
                  <a:srgbClr val="2563EB"/>
                </a:solidFill>
                <a:latin typeface="Calibri" pitchFamily="34" charset="0"/>
                <a:ea typeface="Calibri" pitchFamily="34" charset="-122"/>
                <a:cs typeface="Calibri" pitchFamily="34" charset="-120"/>
              </a:rPr>
              <a:t>sub_seq_id = 0</a:t>
            </a:r>
            <a:endParaRPr lang="en-US" sz="850"/>
          </a:p>
        </p:txBody>
      </p:sp>
      <p:sp>
        <p:nvSpPr>
          <p:cNvPr id="17" name="Text 15"/>
          <p:cNvSpPr/>
          <p:nvPr/>
        </p:nvSpPr>
        <p:spPr>
          <a:xfrm>
            <a:off x="347472" y="2969031"/>
            <a:ext cx="4023360" cy="192024"/>
          </a:xfrm>
          <a:prstGeom prst="rect">
            <a:avLst/>
          </a:prstGeom>
          <a:noFill/>
          <a:ln/>
        </p:spPr>
        <p:txBody>
          <a:bodyPr wrap="square" lIns="0" tIns="0" rIns="0" bIns="0" rtlCol="0" anchor="t"/>
          <a:lstStyle/>
          <a:p>
            <a:pPr marL="0" indent="0">
              <a:buNone/>
            </a:pPr>
            <a:r>
              <a:rPr lang="en-US" sz="850">
                <a:solidFill>
                  <a:srgbClr val="1E293B"/>
                </a:solidFill>
                <a:latin typeface="Calibri" pitchFamily="34" charset="0"/>
                <a:ea typeface="Calibri" pitchFamily="34" charset="-122"/>
                <a:cs typeface="Calibri" pitchFamily="34" charset="-120"/>
              </a:rPr>
              <a:t>No monitoring gap detected before this window. This is the first continuous piece for this instance.</a:t>
            </a:r>
            <a:endParaRPr lang="en-US" sz="850"/>
          </a:p>
        </p:txBody>
      </p:sp>
      <p:sp>
        <p:nvSpPr>
          <p:cNvPr id="18" name="Shape 16"/>
          <p:cNvSpPr/>
          <p:nvPr/>
        </p:nvSpPr>
        <p:spPr>
          <a:xfrm>
            <a:off x="274320" y="3273552"/>
            <a:ext cx="4206240" cy="438912"/>
          </a:xfrm>
          <a:prstGeom prst="rect">
            <a:avLst/>
          </a:prstGeom>
          <a:solidFill>
            <a:srgbClr val="F1F5F9"/>
          </a:solidFill>
          <a:ln w="6350">
            <a:solidFill>
              <a:srgbClr val="CBD5E1"/>
            </a:solidFill>
            <a:prstDash val="solid"/>
          </a:ln>
        </p:spPr>
        <p:txBody>
          <a:bodyPr/>
          <a:lstStyle/>
          <a:p>
            <a:endParaRPr lang="en-US"/>
          </a:p>
        </p:txBody>
      </p:sp>
      <p:sp>
        <p:nvSpPr>
          <p:cNvPr id="19" name="Text 17"/>
          <p:cNvSpPr/>
          <p:nvPr/>
        </p:nvSpPr>
        <p:spPr>
          <a:xfrm>
            <a:off x="347472" y="3300984"/>
            <a:ext cx="4023360" cy="173736"/>
          </a:xfrm>
          <a:prstGeom prst="rect">
            <a:avLst/>
          </a:prstGeom>
          <a:noFill/>
          <a:ln/>
        </p:spPr>
        <p:txBody>
          <a:bodyPr wrap="square" lIns="0" tIns="0" rIns="0" bIns="0" rtlCol="0" anchor="t"/>
          <a:lstStyle/>
          <a:p>
            <a:pPr marL="0" indent="0">
              <a:buNone/>
            </a:pPr>
            <a:r>
              <a:rPr lang="en-US" sz="850" b="1">
                <a:solidFill>
                  <a:srgbClr val="2563EB"/>
                </a:solidFill>
                <a:latin typeface="Calibri" pitchFamily="34" charset="0"/>
                <a:ea typeface="Calibri" pitchFamily="34" charset="-122"/>
                <a:cs typeface="Calibri" pitchFamily="34" charset="-120"/>
              </a:rPr>
              <a:t>avg_cpu = 0.0412 NCU</a:t>
            </a:r>
            <a:endParaRPr lang="en-US" sz="850"/>
          </a:p>
        </p:txBody>
      </p:sp>
      <p:sp>
        <p:nvSpPr>
          <p:cNvPr id="20" name="Text 18"/>
          <p:cNvSpPr/>
          <p:nvPr/>
        </p:nvSpPr>
        <p:spPr>
          <a:xfrm>
            <a:off x="347472" y="3493008"/>
            <a:ext cx="4023360" cy="192024"/>
          </a:xfrm>
          <a:prstGeom prst="rect">
            <a:avLst/>
          </a:prstGeom>
          <a:noFill/>
          <a:ln/>
        </p:spPr>
        <p:txBody>
          <a:bodyPr wrap="square" lIns="0" tIns="0" rIns="0" bIns="0" rtlCol="0" anchor="t"/>
          <a:lstStyle/>
          <a:p>
            <a:pPr marL="0" indent="0">
              <a:buNone/>
            </a:pPr>
            <a:r>
              <a:rPr lang="en-US" sz="850">
                <a:solidFill>
                  <a:srgbClr val="1E293B"/>
                </a:solidFill>
                <a:latin typeface="Calibri" pitchFamily="34" charset="0"/>
                <a:ea typeface="Calibri" pitchFamily="34" charset="-122"/>
                <a:cs typeface="Calibri" pitchFamily="34" charset="-120"/>
              </a:rPr>
              <a:t>This container used 4.1% of the maximum machine CPU during this 5-minute window.</a:t>
            </a:r>
            <a:endParaRPr lang="en-US" sz="850"/>
          </a:p>
        </p:txBody>
      </p:sp>
      <p:sp>
        <p:nvSpPr>
          <p:cNvPr id="21" name="Shape 19"/>
          <p:cNvSpPr/>
          <p:nvPr/>
        </p:nvSpPr>
        <p:spPr>
          <a:xfrm>
            <a:off x="4663440" y="1371600"/>
            <a:ext cx="4206240" cy="438912"/>
          </a:xfrm>
          <a:prstGeom prst="rect">
            <a:avLst/>
          </a:prstGeom>
          <a:solidFill>
            <a:srgbClr val="FFFFFF"/>
          </a:solidFill>
          <a:ln w="6350">
            <a:solidFill>
              <a:srgbClr val="CBD5E1"/>
            </a:solidFill>
            <a:prstDash val="solid"/>
          </a:ln>
        </p:spPr>
        <p:txBody>
          <a:bodyPr/>
          <a:lstStyle/>
          <a:p>
            <a:endParaRPr lang="en-US"/>
          </a:p>
        </p:txBody>
      </p:sp>
      <p:sp>
        <p:nvSpPr>
          <p:cNvPr id="22" name="Text 20"/>
          <p:cNvSpPr/>
          <p:nvPr/>
        </p:nvSpPr>
        <p:spPr>
          <a:xfrm>
            <a:off x="4736592" y="1399032"/>
            <a:ext cx="4023360" cy="173736"/>
          </a:xfrm>
          <a:prstGeom prst="rect">
            <a:avLst/>
          </a:prstGeom>
          <a:noFill/>
          <a:ln/>
        </p:spPr>
        <p:txBody>
          <a:bodyPr wrap="square" lIns="0" tIns="0" rIns="0" bIns="0" rtlCol="0" anchor="t"/>
          <a:lstStyle/>
          <a:p>
            <a:pPr marL="0" indent="0">
              <a:buNone/>
            </a:pPr>
            <a:r>
              <a:rPr lang="en-US" sz="850" b="1">
                <a:solidFill>
                  <a:srgbClr val="2563EB"/>
                </a:solidFill>
                <a:latin typeface="Calibri" pitchFamily="34" charset="0"/>
                <a:ea typeface="Calibri" pitchFamily="34" charset="-122"/>
                <a:cs typeface="Calibri" pitchFamily="34" charset="-120"/>
              </a:rPr>
              <a:t>avg_mem = 0.0219</a:t>
            </a:r>
            <a:endParaRPr lang="en-US" sz="850"/>
          </a:p>
        </p:txBody>
      </p:sp>
      <p:sp>
        <p:nvSpPr>
          <p:cNvPr id="23" name="Text 21"/>
          <p:cNvSpPr/>
          <p:nvPr/>
        </p:nvSpPr>
        <p:spPr>
          <a:xfrm>
            <a:off x="4736592" y="1591056"/>
            <a:ext cx="4023360" cy="192024"/>
          </a:xfrm>
          <a:prstGeom prst="rect">
            <a:avLst/>
          </a:prstGeom>
          <a:noFill/>
          <a:ln/>
        </p:spPr>
        <p:txBody>
          <a:bodyPr wrap="square" lIns="0" tIns="0" rIns="0" bIns="0" rtlCol="0" anchor="t"/>
          <a:lstStyle/>
          <a:p>
            <a:pPr marL="0" indent="0">
              <a:buNone/>
            </a:pPr>
            <a:r>
              <a:rPr lang="en-US" sz="850">
                <a:solidFill>
                  <a:srgbClr val="1E293B"/>
                </a:solidFill>
                <a:latin typeface="Calibri" pitchFamily="34" charset="0"/>
                <a:ea typeface="Calibri" pitchFamily="34" charset="-122"/>
                <a:cs typeface="Calibri" pitchFamily="34" charset="-120"/>
              </a:rPr>
              <a:t>Used 2.2% of the maximum machine memory — well within its declared limit of 2.9%.</a:t>
            </a:r>
            <a:endParaRPr lang="en-US" sz="850"/>
          </a:p>
        </p:txBody>
      </p:sp>
      <p:sp>
        <p:nvSpPr>
          <p:cNvPr id="24" name="Shape 22"/>
          <p:cNvSpPr/>
          <p:nvPr/>
        </p:nvSpPr>
        <p:spPr>
          <a:xfrm>
            <a:off x="4663440" y="1847088"/>
            <a:ext cx="4206240" cy="438912"/>
          </a:xfrm>
          <a:prstGeom prst="rect">
            <a:avLst/>
          </a:prstGeom>
          <a:solidFill>
            <a:srgbClr val="F1F5F9"/>
          </a:solidFill>
          <a:ln w="6350">
            <a:solidFill>
              <a:srgbClr val="CBD5E1"/>
            </a:solidFill>
            <a:prstDash val="solid"/>
          </a:ln>
        </p:spPr>
        <p:txBody>
          <a:bodyPr/>
          <a:lstStyle/>
          <a:p>
            <a:endParaRPr lang="en-US"/>
          </a:p>
        </p:txBody>
      </p:sp>
      <p:sp>
        <p:nvSpPr>
          <p:cNvPr id="25" name="Text 23"/>
          <p:cNvSpPr/>
          <p:nvPr/>
        </p:nvSpPr>
        <p:spPr>
          <a:xfrm>
            <a:off x="4736592" y="1874520"/>
            <a:ext cx="4023360" cy="173736"/>
          </a:xfrm>
          <a:prstGeom prst="rect">
            <a:avLst/>
          </a:prstGeom>
          <a:noFill/>
          <a:ln/>
        </p:spPr>
        <p:txBody>
          <a:bodyPr wrap="square" lIns="0" tIns="0" rIns="0" bIns="0" rtlCol="0" anchor="t"/>
          <a:lstStyle/>
          <a:p>
            <a:pPr marL="0" indent="0">
              <a:buNone/>
            </a:pPr>
            <a:r>
              <a:rPr lang="en-US" sz="850" b="1">
                <a:solidFill>
                  <a:srgbClr val="2563EB"/>
                </a:solidFill>
                <a:latin typeface="Calibri" pitchFamily="34" charset="0"/>
                <a:ea typeface="Calibri" pitchFamily="34" charset="-122"/>
                <a:cs typeface="Calibri" pitchFamily="34" charset="-120"/>
              </a:rPr>
              <a:t>max_cpu = 0.0645</a:t>
            </a:r>
            <a:endParaRPr lang="en-US" sz="850"/>
          </a:p>
        </p:txBody>
      </p:sp>
      <p:sp>
        <p:nvSpPr>
          <p:cNvPr id="26" name="Text 24"/>
          <p:cNvSpPr/>
          <p:nvPr/>
        </p:nvSpPr>
        <p:spPr>
          <a:xfrm>
            <a:off x="4736592" y="2066544"/>
            <a:ext cx="4023360" cy="192024"/>
          </a:xfrm>
          <a:prstGeom prst="rect">
            <a:avLst/>
          </a:prstGeom>
          <a:noFill/>
          <a:ln/>
        </p:spPr>
        <p:txBody>
          <a:bodyPr wrap="square" lIns="0" tIns="0" rIns="0" bIns="0" rtlCol="0" anchor="t"/>
          <a:lstStyle/>
          <a:p>
            <a:pPr marL="0" indent="0">
              <a:buNone/>
            </a:pPr>
            <a:r>
              <a:rPr lang="en-US" sz="850">
                <a:solidFill>
                  <a:srgbClr val="1E293B"/>
                </a:solidFill>
                <a:latin typeface="Calibri" pitchFamily="34" charset="0"/>
                <a:ea typeface="Calibri" pitchFamily="34" charset="-122"/>
                <a:cs typeface="Calibri" pitchFamily="34" charset="-120"/>
              </a:rPr>
              <a:t>Peak CPU in this window was 6.5% — a burst ratio of ~1.6× the average.</a:t>
            </a:r>
            <a:endParaRPr lang="en-US" sz="850"/>
          </a:p>
        </p:txBody>
      </p:sp>
      <p:sp>
        <p:nvSpPr>
          <p:cNvPr id="27" name="Shape 25"/>
          <p:cNvSpPr/>
          <p:nvPr/>
        </p:nvSpPr>
        <p:spPr>
          <a:xfrm>
            <a:off x="4663440" y="2322576"/>
            <a:ext cx="4206240" cy="438912"/>
          </a:xfrm>
          <a:prstGeom prst="rect">
            <a:avLst/>
          </a:prstGeom>
          <a:solidFill>
            <a:srgbClr val="FFFFFF"/>
          </a:solidFill>
          <a:ln w="6350">
            <a:solidFill>
              <a:srgbClr val="CBD5E1"/>
            </a:solidFill>
            <a:prstDash val="solid"/>
          </a:ln>
        </p:spPr>
        <p:txBody>
          <a:bodyPr/>
          <a:lstStyle/>
          <a:p>
            <a:endParaRPr lang="en-US"/>
          </a:p>
        </p:txBody>
      </p:sp>
      <p:sp>
        <p:nvSpPr>
          <p:cNvPr id="28" name="Text 26"/>
          <p:cNvSpPr/>
          <p:nvPr/>
        </p:nvSpPr>
        <p:spPr>
          <a:xfrm>
            <a:off x="4736592" y="2350008"/>
            <a:ext cx="4023360" cy="173736"/>
          </a:xfrm>
          <a:prstGeom prst="rect">
            <a:avLst/>
          </a:prstGeom>
          <a:noFill/>
          <a:ln/>
        </p:spPr>
        <p:txBody>
          <a:bodyPr wrap="square" lIns="0" tIns="0" rIns="0" bIns="0" rtlCol="0" anchor="t"/>
          <a:lstStyle/>
          <a:p>
            <a:pPr marL="0" indent="0">
              <a:buNone/>
            </a:pPr>
            <a:r>
              <a:rPr lang="en-US" sz="850" b="1">
                <a:solidFill>
                  <a:srgbClr val="2563EB"/>
                </a:solidFill>
                <a:latin typeface="Calibri" pitchFamily="34" charset="0"/>
                <a:ea typeface="Calibri" pitchFamily="34" charset="-122"/>
                <a:cs typeface="Calibri" pitchFamily="34" charset="-120"/>
              </a:rPr>
              <a:t>scheduling_class = 3</a:t>
            </a:r>
            <a:endParaRPr lang="en-US" sz="850"/>
          </a:p>
        </p:txBody>
      </p:sp>
      <p:sp>
        <p:nvSpPr>
          <p:cNvPr id="29" name="Text 27"/>
          <p:cNvSpPr/>
          <p:nvPr/>
        </p:nvSpPr>
        <p:spPr>
          <a:xfrm>
            <a:off x="4736592" y="2507397"/>
            <a:ext cx="4023360" cy="192024"/>
          </a:xfrm>
          <a:prstGeom prst="rect">
            <a:avLst/>
          </a:prstGeom>
          <a:noFill/>
          <a:ln/>
        </p:spPr>
        <p:txBody>
          <a:bodyPr wrap="square" lIns="0" tIns="0" rIns="0" bIns="0" rtlCol="0" anchor="t"/>
          <a:lstStyle/>
          <a:p>
            <a:pPr marL="0" indent="0">
              <a:buNone/>
            </a:pPr>
            <a:r>
              <a:rPr lang="en-US" sz="850">
                <a:solidFill>
                  <a:srgbClr val="1E293B"/>
                </a:solidFill>
                <a:latin typeface="Calibri" pitchFamily="34" charset="0"/>
                <a:ea typeface="Calibri" pitchFamily="34" charset="-122"/>
                <a:cs typeface="Calibri" pitchFamily="34" charset="-120"/>
              </a:rPr>
              <a:t>Latency-sensitive workload. Requires the tightest LSTM prediction intervals and SLA enforcement.</a:t>
            </a:r>
            <a:endParaRPr lang="en-US" sz="850"/>
          </a:p>
        </p:txBody>
      </p:sp>
      <p:sp>
        <p:nvSpPr>
          <p:cNvPr id="30" name="Shape 28"/>
          <p:cNvSpPr/>
          <p:nvPr/>
        </p:nvSpPr>
        <p:spPr>
          <a:xfrm>
            <a:off x="4663440" y="2798064"/>
            <a:ext cx="4206240" cy="438912"/>
          </a:xfrm>
          <a:prstGeom prst="rect">
            <a:avLst/>
          </a:prstGeom>
          <a:solidFill>
            <a:srgbClr val="F1F5F9"/>
          </a:solidFill>
          <a:ln w="6350">
            <a:solidFill>
              <a:srgbClr val="CBD5E1"/>
            </a:solidFill>
            <a:prstDash val="solid"/>
          </a:ln>
        </p:spPr>
        <p:txBody>
          <a:bodyPr/>
          <a:lstStyle/>
          <a:p>
            <a:endParaRPr lang="en-US"/>
          </a:p>
        </p:txBody>
      </p:sp>
      <p:sp>
        <p:nvSpPr>
          <p:cNvPr id="31" name="Text 29"/>
          <p:cNvSpPr/>
          <p:nvPr/>
        </p:nvSpPr>
        <p:spPr>
          <a:xfrm>
            <a:off x="4736592" y="2825496"/>
            <a:ext cx="4023360" cy="173736"/>
          </a:xfrm>
          <a:prstGeom prst="rect">
            <a:avLst/>
          </a:prstGeom>
          <a:noFill/>
          <a:ln/>
        </p:spPr>
        <p:txBody>
          <a:bodyPr wrap="square" lIns="0" tIns="0" rIns="0" bIns="0" rtlCol="0" anchor="t"/>
          <a:lstStyle/>
          <a:p>
            <a:pPr marL="0" indent="0">
              <a:buNone/>
            </a:pPr>
            <a:r>
              <a:rPr lang="en-US" sz="850" b="1">
                <a:solidFill>
                  <a:srgbClr val="2563EB"/>
                </a:solidFill>
                <a:latin typeface="Calibri" pitchFamily="34" charset="0"/>
                <a:ea typeface="Calibri" pitchFamily="34" charset="-122"/>
                <a:cs typeface="Calibri" pitchFamily="34" charset="-120"/>
              </a:rPr>
              <a:t>priority = 120</a:t>
            </a:r>
            <a:endParaRPr lang="en-US" sz="850"/>
          </a:p>
        </p:txBody>
      </p:sp>
      <p:sp>
        <p:nvSpPr>
          <p:cNvPr id="32" name="Text 30"/>
          <p:cNvSpPr/>
          <p:nvPr/>
        </p:nvSpPr>
        <p:spPr>
          <a:xfrm>
            <a:off x="4736592" y="3017520"/>
            <a:ext cx="4023360" cy="192024"/>
          </a:xfrm>
          <a:prstGeom prst="rect">
            <a:avLst/>
          </a:prstGeom>
          <a:noFill/>
          <a:ln/>
        </p:spPr>
        <p:txBody>
          <a:bodyPr wrap="square" lIns="0" tIns="0" rIns="0" bIns="0" rtlCol="0" anchor="t"/>
          <a:lstStyle/>
          <a:p>
            <a:pPr marL="0" indent="0">
              <a:buNone/>
            </a:pPr>
            <a:r>
              <a:rPr lang="en-US" sz="850">
                <a:solidFill>
                  <a:srgbClr val="1E293B"/>
                </a:solidFill>
                <a:latin typeface="Calibri" pitchFamily="34" charset="0"/>
                <a:ea typeface="Calibri" pitchFamily="34" charset="-122"/>
                <a:cs typeface="Calibri" pitchFamily="34" charset="-120"/>
              </a:rPr>
              <a:t>Production tier — will not be preempted by lower-priority workloads.</a:t>
            </a:r>
            <a:endParaRPr lang="en-US" sz="850"/>
          </a:p>
        </p:txBody>
      </p:sp>
      <p:sp>
        <p:nvSpPr>
          <p:cNvPr id="33" name="Shape 31"/>
          <p:cNvSpPr/>
          <p:nvPr/>
        </p:nvSpPr>
        <p:spPr>
          <a:xfrm>
            <a:off x="4663440" y="3273552"/>
            <a:ext cx="4206240" cy="438912"/>
          </a:xfrm>
          <a:prstGeom prst="rect">
            <a:avLst/>
          </a:prstGeom>
          <a:solidFill>
            <a:srgbClr val="FFFFFF"/>
          </a:solidFill>
          <a:ln w="6350">
            <a:solidFill>
              <a:srgbClr val="CBD5E1"/>
            </a:solidFill>
            <a:prstDash val="solid"/>
          </a:ln>
        </p:spPr>
        <p:txBody>
          <a:bodyPr/>
          <a:lstStyle/>
          <a:p>
            <a:endParaRPr lang="en-US"/>
          </a:p>
        </p:txBody>
      </p:sp>
      <p:sp>
        <p:nvSpPr>
          <p:cNvPr id="34" name="Text 32"/>
          <p:cNvSpPr/>
          <p:nvPr/>
        </p:nvSpPr>
        <p:spPr>
          <a:xfrm>
            <a:off x="4736592" y="3300984"/>
            <a:ext cx="4023360" cy="173736"/>
          </a:xfrm>
          <a:prstGeom prst="rect">
            <a:avLst/>
          </a:prstGeom>
          <a:noFill/>
          <a:ln/>
        </p:spPr>
        <p:txBody>
          <a:bodyPr wrap="square" lIns="0" tIns="0" rIns="0" bIns="0" rtlCol="0" anchor="t"/>
          <a:lstStyle/>
          <a:p>
            <a:pPr marL="0" indent="0">
              <a:buNone/>
            </a:pPr>
            <a:r>
              <a:rPr lang="en-US" sz="850" b="1">
                <a:solidFill>
                  <a:srgbClr val="2563EB"/>
                </a:solidFill>
                <a:latin typeface="Calibri" pitchFamily="34" charset="0"/>
                <a:ea typeface="Calibri" pitchFamily="34" charset="-122"/>
                <a:cs typeface="Calibri" pitchFamily="34" charset="-120"/>
              </a:rPr>
              <a:t>terminal_type = 6</a:t>
            </a:r>
            <a:endParaRPr lang="en-US" sz="850"/>
          </a:p>
        </p:txBody>
      </p:sp>
      <p:sp>
        <p:nvSpPr>
          <p:cNvPr id="35" name="Text 33"/>
          <p:cNvSpPr/>
          <p:nvPr/>
        </p:nvSpPr>
        <p:spPr>
          <a:xfrm>
            <a:off x="4736592" y="3493008"/>
            <a:ext cx="4023360" cy="192024"/>
          </a:xfrm>
          <a:prstGeom prst="rect">
            <a:avLst/>
          </a:prstGeom>
          <a:noFill/>
          <a:ln/>
        </p:spPr>
        <p:txBody>
          <a:bodyPr wrap="square" lIns="0" tIns="0" rIns="0" bIns="0" rtlCol="0" anchor="t"/>
          <a:lstStyle/>
          <a:p>
            <a:pPr marL="0" indent="0">
              <a:buNone/>
            </a:pPr>
            <a:r>
              <a:rPr lang="en-US" sz="850">
                <a:solidFill>
                  <a:srgbClr val="1E293B"/>
                </a:solidFill>
                <a:latin typeface="Calibri" pitchFamily="34" charset="0"/>
                <a:ea typeface="Calibri" pitchFamily="34" charset="-122"/>
                <a:cs typeface="Calibri" pitchFamily="34" charset="-120"/>
              </a:rPr>
              <a:t>This instance eventually finished normally (FINISH) — labelled as stable by the RF classifier.</a:t>
            </a:r>
            <a:endParaRPr lang="en-US" sz="850"/>
          </a:p>
        </p:txBody>
      </p:sp>
      <p:sp>
        <p:nvSpPr>
          <p:cNvPr id="36" name="Text 34"/>
          <p:cNvSpPr/>
          <p:nvPr/>
        </p:nvSpPr>
        <p:spPr>
          <a:xfrm>
            <a:off x="8046720" y="4892040"/>
            <a:ext cx="914400" cy="182880"/>
          </a:xfrm>
          <a:prstGeom prst="rect">
            <a:avLst/>
          </a:prstGeom>
          <a:noFill/>
          <a:ln/>
        </p:spPr>
        <p:txBody>
          <a:bodyPr wrap="square" rtlCol="0" anchor="ctr"/>
          <a:lstStyle/>
          <a:p>
            <a:pPr marL="0" indent="0" algn="r">
              <a:buNone/>
            </a:pPr>
            <a:r>
              <a:rPr lang="en-US" sz="900">
                <a:solidFill>
                  <a:srgbClr val="64748B"/>
                </a:solidFill>
                <a:latin typeface="Calibri" pitchFamily="34" charset="0"/>
                <a:ea typeface="Calibri" pitchFamily="34" charset="-122"/>
                <a:cs typeface="Calibri" pitchFamily="34" charset="-120"/>
              </a:rPr>
              <a:t>10 / 12</a:t>
            </a:r>
            <a:endParaRPr lang="en-US" sz="900"/>
          </a:p>
        </p:txBody>
      </p:sp>
      <p:sp>
        <p:nvSpPr>
          <p:cNvPr id="37" name="Text 35"/>
          <p:cNvSpPr/>
          <p:nvPr/>
        </p:nvSpPr>
        <p:spPr>
          <a:xfrm>
            <a:off x="365760" y="4892040"/>
            <a:ext cx="5486400" cy="182880"/>
          </a:xfrm>
          <a:prstGeom prst="rect">
            <a:avLst/>
          </a:prstGeom>
          <a:noFill/>
          <a:ln/>
        </p:spPr>
        <p:txBody>
          <a:bodyPr wrap="square" rtlCol="0" anchor="ctr"/>
          <a:lstStyle/>
          <a:p>
            <a:pPr marL="0" indent="0" algn="l">
              <a:buNone/>
            </a:pPr>
            <a:r>
              <a:rPr lang="en-CA" sz="900">
                <a:solidFill>
                  <a:srgbClr val="64748B"/>
                </a:solidFill>
                <a:latin typeface="Calibri" pitchFamily="34" charset="0"/>
                <a:ea typeface="Calibri" pitchFamily="34" charset="-122"/>
                <a:cs typeface="Calibri" pitchFamily="34" charset="-120"/>
              </a:rPr>
              <a:t>Data Extraction — LSTM Master Table</a:t>
            </a:r>
            <a:endParaRPr lang="en-US" sz="9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name="Slide 12">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5943600" y="2286000"/>
            <a:ext cx="4572000" cy="4572000"/>
          </a:xfrm>
          <a:prstGeom prst="ellipse">
            <a:avLst/>
          </a:prstGeom>
          <a:solidFill>
            <a:srgbClr val="2563EB">
              <a:alpha val="10000"/>
            </a:srgbClr>
          </a:solidFill>
          <a:ln w="12700">
            <a:solidFill>
              <a:srgbClr val="2563EB">
                <a:alpha val="15000"/>
              </a:srgbClr>
            </a:solidFill>
            <a:prstDash val="solid"/>
          </a:ln>
        </p:spPr>
        <p:txBody>
          <a:bodyPr/>
          <a:lstStyle/>
          <a:p>
            <a:endParaRPr lang="en-US"/>
          </a:p>
        </p:txBody>
      </p:sp>
      <p:sp>
        <p:nvSpPr>
          <p:cNvPr id="3" name="Text 1"/>
          <p:cNvSpPr/>
          <p:nvPr/>
        </p:nvSpPr>
        <p:spPr>
          <a:xfrm>
            <a:off x="457200" y="365760"/>
            <a:ext cx="8229600" cy="502920"/>
          </a:xfrm>
          <a:prstGeom prst="rect">
            <a:avLst/>
          </a:prstGeom>
          <a:noFill/>
          <a:ln/>
        </p:spPr>
        <p:txBody>
          <a:bodyPr wrap="square" rtlCol="0" anchor="ctr"/>
          <a:lstStyle/>
          <a:p>
            <a:pPr marL="0" indent="0">
              <a:buNone/>
            </a:pPr>
            <a:r>
              <a:rPr lang="en-US" sz="2600" b="1">
                <a:solidFill>
                  <a:srgbClr val="FFFFFF"/>
                </a:solidFill>
                <a:latin typeface="Calibri" pitchFamily="34" charset="0"/>
                <a:ea typeface="Calibri" pitchFamily="34" charset="-122"/>
                <a:cs typeface="Calibri" pitchFamily="34" charset="-120"/>
              </a:rPr>
              <a:t>Next Steps in the Pipeline</a:t>
            </a:r>
            <a:endParaRPr lang="en-US" sz="2600"/>
          </a:p>
        </p:txBody>
      </p:sp>
      <p:sp>
        <p:nvSpPr>
          <p:cNvPr id="4" name="Shape 2"/>
          <p:cNvSpPr/>
          <p:nvPr/>
        </p:nvSpPr>
        <p:spPr>
          <a:xfrm>
            <a:off x="365760" y="1005840"/>
            <a:ext cx="2743200" cy="347472"/>
          </a:xfrm>
          <a:prstGeom prst="rect">
            <a:avLst/>
          </a:prstGeom>
          <a:solidFill>
            <a:srgbClr val="0891B2"/>
          </a:solidFill>
          <a:ln w="12700">
            <a:solidFill>
              <a:srgbClr val="0891B2"/>
            </a:solidFill>
            <a:prstDash val="solid"/>
          </a:ln>
        </p:spPr>
        <p:txBody>
          <a:bodyPr/>
          <a:lstStyle/>
          <a:p>
            <a:endParaRPr lang="en-US"/>
          </a:p>
        </p:txBody>
      </p:sp>
      <p:sp>
        <p:nvSpPr>
          <p:cNvPr id="5" name="Text 3"/>
          <p:cNvSpPr/>
          <p:nvPr/>
        </p:nvSpPr>
        <p:spPr>
          <a:xfrm>
            <a:off x="365760" y="1005840"/>
            <a:ext cx="2743200" cy="347472"/>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01  Preprocessing</a:t>
            </a:r>
            <a:endParaRPr lang="en-US" sz="1200"/>
          </a:p>
        </p:txBody>
      </p:sp>
      <p:sp>
        <p:nvSpPr>
          <p:cNvPr id="6" name="Shape 4"/>
          <p:cNvSpPr/>
          <p:nvPr/>
        </p:nvSpPr>
        <p:spPr>
          <a:xfrm>
            <a:off x="365760" y="1353312"/>
            <a:ext cx="2743200" cy="2926080"/>
          </a:xfrm>
          <a:prstGeom prst="rect">
            <a:avLst/>
          </a:prstGeom>
          <a:solidFill>
            <a:srgbClr val="FFFFFF">
              <a:alpha val="95000"/>
            </a:srgbClr>
          </a:solidFill>
          <a:ln w="9525">
            <a:solidFill>
              <a:srgbClr val="0891B2"/>
            </a:solidFill>
            <a:prstDash val="solid"/>
          </a:ln>
        </p:spPr>
        <p:txBody>
          <a:bodyPr/>
          <a:lstStyle/>
          <a:p>
            <a:endParaRPr lang="en-US"/>
          </a:p>
        </p:txBody>
      </p:sp>
      <p:sp>
        <p:nvSpPr>
          <p:cNvPr id="7" name="Text 5"/>
          <p:cNvSpPr/>
          <p:nvPr/>
        </p:nvSpPr>
        <p:spPr>
          <a:xfrm>
            <a:off x="457200" y="1417320"/>
            <a:ext cx="2560320" cy="594360"/>
          </a:xfrm>
          <a:prstGeom prst="rect">
            <a:avLst/>
          </a:prstGeom>
          <a:noFill/>
          <a:ln/>
        </p:spPr>
        <p:txBody>
          <a:bodyPr wrap="square" rtlCol="0" anchor="ctr"/>
          <a:lstStyle/>
          <a:p>
            <a:pPr marL="342900" indent="-342900">
              <a:buSzPct val="100000"/>
              <a:buChar char="•"/>
            </a:pPr>
            <a:r>
              <a:rPr lang="en-US" sz="1050">
                <a:solidFill>
                  <a:sysClr val="windowText" lastClr="000000"/>
                </a:solidFill>
                <a:latin typeface="Calibri" pitchFamily="34" charset="0"/>
                <a:ea typeface="Calibri" pitchFamily="34" charset="-122"/>
                <a:cs typeface="Calibri" pitchFamily="34" charset="-120"/>
              </a:rPr>
              <a:t>Forward-fill p90_cpu · p95_cpu · page_cache_memory</a:t>
            </a:r>
            <a:endParaRPr lang="en-US" sz="1050">
              <a:solidFill>
                <a:sysClr val="windowText" lastClr="000000"/>
              </a:solidFill>
            </a:endParaRPr>
          </a:p>
        </p:txBody>
      </p:sp>
      <p:sp>
        <p:nvSpPr>
          <p:cNvPr id="8" name="Text 6"/>
          <p:cNvSpPr/>
          <p:nvPr/>
        </p:nvSpPr>
        <p:spPr>
          <a:xfrm>
            <a:off x="457200" y="2075688"/>
            <a:ext cx="2560320" cy="594360"/>
          </a:xfrm>
          <a:prstGeom prst="rect">
            <a:avLst/>
          </a:prstGeom>
          <a:noFill/>
          <a:ln/>
        </p:spPr>
        <p:txBody>
          <a:bodyPr wrap="square" rtlCol="0" anchor="ctr"/>
          <a:lstStyle/>
          <a:p>
            <a:pPr marL="342900" indent="-342900">
              <a:buSzPct val="100000"/>
              <a:buChar char="•"/>
            </a:pPr>
            <a:r>
              <a:rPr lang="en-US" sz="1050">
                <a:solidFill>
                  <a:sysClr val="windowText" lastClr="000000"/>
                </a:solidFill>
                <a:latin typeface="Calibri" pitchFamily="34" charset="0"/>
                <a:ea typeface="Calibri" pitchFamily="34" charset="-122"/>
                <a:cs typeface="Calibri" pitchFamily="34" charset="-120"/>
              </a:rPr>
              <a:t>Engineer true_app_memory = avg_mem − page_cache_memory</a:t>
            </a:r>
            <a:endParaRPr lang="en-US" sz="1050">
              <a:solidFill>
                <a:sysClr val="windowText" lastClr="000000"/>
              </a:solidFill>
            </a:endParaRPr>
          </a:p>
        </p:txBody>
      </p:sp>
      <p:sp>
        <p:nvSpPr>
          <p:cNvPr id="9" name="Text 7"/>
          <p:cNvSpPr/>
          <p:nvPr/>
        </p:nvSpPr>
        <p:spPr>
          <a:xfrm>
            <a:off x="457200" y="2734056"/>
            <a:ext cx="2560320" cy="594360"/>
          </a:xfrm>
          <a:prstGeom prst="rect">
            <a:avLst/>
          </a:prstGeom>
          <a:noFill/>
          <a:ln/>
        </p:spPr>
        <p:txBody>
          <a:bodyPr wrap="square" rtlCol="0" anchor="ctr"/>
          <a:lstStyle/>
          <a:p>
            <a:pPr marL="342900" indent="-342900">
              <a:buSzPct val="100000"/>
              <a:buChar char="•"/>
            </a:pPr>
            <a:r>
              <a:rPr lang="en-US" sz="1050">
                <a:solidFill>
                  <a:sysClr val="windowText" lastClr="000000"/>
                </a:solidFill>
                <a:latin typeface="Calibri" pitchFamily="34" charset="0"/>
                <a:ea typeface="Calibri" pitchFamily="34" charset="-122"/>
                <a:cs typeface="Calibri" pitchFamily="34" charset="-120"/>
              </a:rPr>
              <a:t>Min-max normalise per sequence · construct lookback/horizon tensors</a:t>
            </a:r>
            <a:endParaRPr lang="en-US" sz="1050">
              <a:solidFill>
                <a:sysClr val="windowText" lastClr="000000"/>
              </a:solidFill>
            </a:endParaRPr>
          </a:p>
        </p:txBody>
      </p:sp>
      <p:sp>
        <p:nvSpPr>
          <p:cNvPr id="10" name="Text 8"/>
          <p:cNvSpPr/>
          <p:nvPr/>
        </p:nvSpPr>
        <p:spPr>
          <a:xfrm>
            <a:off x="457200" y="3392424"/>
            <a:ext cx="2560320" cy="594360"/>
          </a:xfrm>
          <a:prstGeom prst="rect">
            <a:avLst/>
          </a:prstGeom>
          <a:noFill/>
          <a:ln/>
        </p:spPr>
        <p:txBody>
          <a:bodyPr wrap="square" rtlCol="0" anchor="ctr"/>
          <a:lstStyle/>
          <a:p>
            <a:pPr marL="342900" indent="-342900">
              <a:buSzPct val="100000"/>
              <a:buChar char="•"/>
            </a:pPr>
            <a:r>
              <a:rPr lang="en-US" sz="1050">
                <a:solidFill>
                  <a:sysClr val="windowText" lastClr="000000"/>
                </a:solidFill>
                <a:latin typeface="Calibri" pitchFamily="34" charset="0"/>
                <a:ea typeface="Calibri" pitchFamily="34" charset="-122"/>
                <a:cs typeface="Calibri" pitchFamily="34" charset="-120"/>
              </a:rPr>
              <a:t>Stratify train / val / test split by user (tenant)  70 / 15 / 15</a:t>
            </a:r>
            <a:endParaRPr lang="en-US" sz="1050">
              <a:solidFill>
                <a:sysClr val="windowText" lastClr="000000"/>
              </a:solidFill>
            </a:endParaRPr>
          </a:p>
        </p:txBody>
      </p:sp>
      <p:sp>
        <p:nvSpPr>
          <p:cNvPr id="11" name="Shape 9"/>
          <p:cNvSpPr/>
          <p:nvPr/>
        </p:nvSpPr>
        <p:spPr>
          <a:xfrm>
            <a:off x="3291840" y="1005840"/>
            <a:ext cx="2743200" cy="347472"/>
          </a:xfrm>
          <a:prstGeom prst="rect">
            <a:avLst/>
          </a:prstGeom>
          <a:solidFill>
            <a:srgbClr val="2563EB"/>
          </a:solidFill>
          <a:ln w="12700">
            <a:solidFill>
              <a:srgbClr val="2563EB"/>
            </a:solidFill>
            <a:prstDash val="solid"/>
          </a:ln>
        </p:spPr>
        <p:txBody>
          <a:bodyPr/>
          <a:lstStyle/>
          <a:p>
            <a:endParaRPr lang="en-US"/>
          </a:p>
        </p:txBody>
      </p:sp>
      <p:sp>
        <p:nvSpPr>
          <p:cNvPr id="12" name="Text 10"/>
          <p:cNvSpPr/>
          <p:nvPr/>
        </p:nvSpPr>
        <p:spPr>
          <a:xfrm>
            <a:off x="3291840" y="1005840"/>
            <a:ext cx="2743200" cy="347472"/>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02  LSTM Baseline Training</a:t>
            </a:r>
            <a:endParaRPr lang="en-US" sz="1200"/>
          </a:p>
        </p:txBody>
      </p:sp>
      <p:sp>
        <p:nvSpPr>
          <p:cNvPr id="13" name="Shape 11"/>
          <p:cNvSpPr/>
          <p:nvPr/>
        </p:nvSpPr>
        <p:spPr>
          <a:xfrm>
            <a:off x="3291840" y="1353312"/>
            <a:ext cx="2743200" cy="2926080"/>
          </a:xfrm>
          <a:prstGeom prst="rect">
            <a:avLst/>
          </a:prstGeom>
          <a:solidFill>
            <a:srgbClr val="FFFFFF">
              <a:alpha val="95000"/>
            </a:srgbClr>
          </a:solidFill>
          <a:ln w="9525">
            <a:solidFill>
              <a:srgbClr val="2563EB"/>
            </a:solidFill>
            <a:prstDash val="solid"/>
          </a:ln>
        </p:spPr>
        <p:txBody>
          <a:bodyPr/>
          <a:lstStyle/>
          <a:p>
            <a:endParaRPr lang="en-US"/>
          </a:p>
        </p:txBody>
      </p:sp>
      <p:sp>
        <p:nvSpPr>
          <p:cNvPr id="14" name="Text 12"/>
          <p:cNvSpPr/>
          <p:nvPr/>
        </p:nvSpPr>
        <p:spPr>
          <a:xfrm>
            <a:off x="3383280" y="1417320"/>
            <a:ext cx="2560320" cy="594360"/>
          </a:xfrm>
          <a:prstGeom prst="rect">
            <a:avLst/>
          </a:prstGeom>
          <a:noFill/>
          <a:ln/>
        </p:spPr>
        <p:txBody>
          <a:bodyPr wrap="square" rtlCol="0" anchor="ctr"/>
          <a:lstStyle/>
          <a:p>
            <a:pPr marL="342900" indent="-342900">
              <a:buSzPct val="100000"/>
              <a:buChar char="•"/>
            </a:pPr>
            <a:r>
              <a:rPr lang="en-US" sz="1050">
                <a:solidFill>
                  <a:sysClr val="windowText" lastClr="000000"/>
                </a:solidFill>
                <a:latin typeface="Calibri" pitchFamily="34" charset="0"/>
                <a:ea typeface="Calibri" pitchFamily="34" charset="-122"/>
                <a:cs typeface="Calibri" pitchFamily="34" charset="-120"/>
              </a:rPr>
              <a:t>Train on Week 1  (days 1–7, Cell A)</a:t>
            </a:r>
            <a:endParaRPr lang="en-US" sz="1050">
              <a:solidFill>
                <a:sysClr val="windowText" lastClr="000000"/>
              </a:solidFill>
            </a:endParaRPr>
          </a:p>
        </p:txBody>
      </p:sp>
      <p:sp>
        <p:nvSpPr>
          <p:cNvPr id="15" name="Text 13"/>
          <p:cNvSpPr/>
          <p:nvPr/>
        </p:nvSpPr>
        <p:spPr>
          <a:xfrm>
            <a:off x="3383280" y="2075688"/>
            <a:ext cx="2560320" cy="594360"/>
          </a:xfrm>
          <a:prstGeom prst="rect">
            <a:avLst/>
          </a:prstGeom>
          <a:noFill/>
          <a:ln/>
        </p:spPr>
        <p:txBody>
          <a:bodyPr wrap="square" rtlCol="0" anchor="ctr"/>
          <a:lstStyle/>
          <a:p>
            <a:pPr marL="342900" indent="-342900">
              <a:buSzPct val="100000"/>
              <a:buChar char="•"/>
            </a:pPr>
            <a:r>
              <a:rPr lang="en-US" sz="1050">
                <a:solidFill>
                  <a:sysClr val="windowText" lastClr="000000"/>
                </a:solidFill>
                <a:latin typeface="Calibri" pitchFamily="34" charset="0"/>
                <a:ea typeface="Calibri" pitchFamily="34" charset="-122"/>
                <a:cs typeface="Calibri" pitchFamily="34" charset="-120"/>
              </a:rPr>
              <a:t>Predict avg_cpu and avg_mem sequences (horizon = 6 steps)</a:t>
            </a:r>
            <a:endParaRPr lang="en-US" sz="1050">
              <a:solidFill>
                <a:sysClr val="windowText" lastClr="000000"/>
              </a:solidFill>
            </a:endParaRPr>
          </a:p>
        </p:txBody>
      </p:sp>
      <p:sp>
        <p:nvSpPr>
          <p:cNvPr id="16" name="Text 14"/>
          <p:cNvSpPr/>
          <p:nvPr/>
        </p:nvSpPr>
        <p:spPr>
          <a:xfrm>
            <a:off x="3383280" y="2734056"/>
            <a:ext cx="2560320" cy="594360"/>
          </a:xfrm>
          <a:prstGeom prst="rect">
            <a:avLst/>
          </a:prstGeom>
          <a:noFill/>
          <a:ln/>
        </p:spPr>
        <p:txBody>
          <a:bodyPr wrap="square" rtlCol="0" anchor="ctr"/>
          <a:lstStyle/>
          <a:p>
            <a:pPr marL="342900" indent="-342900">
              <a:buSzPct val="100000"/>
              <a:buChar char="•"/>
            </a:pPr>
            <a:r>
              <a:rPr lang="en-US" sz="1050">
                <a:solidFill>
                  <a:sysClr val="windowText" lastClr="000000"/>
                </a:solidFill>
                <a:latin typeface="Calibri" pitchFamily="34" charset="0"/>
                <a:ea typeface="Calibri" pitchFamily="34" charset="-122"/>
                <a:cs typeface="Calibri" pitchFamily="34" charset="-120"/>
              </a:rPr>
              <a:t>Derive peaks · P90 · P95 · variance from predicted sequences</a:t>
            </a:r>
            <a:endParaRPr lang="en-US" sz="1050">
              <a:solidFill>
                <a:sysClr val="windowText" lastClr="000000"/>
              </a:solidFill>
            </a:endParaRPr>
          </a:p>
        </p:txBody>
      </p:sp>
      <p:sp>
        <p:nvSpPr>
          <p:cNvPr id="17" name="Text 15"/>
          <p:cNvSpPr/>
          <p:nvPr/>
        </p:nvSpPr>
        <p:spPr>
          <a:xfrm>
            <a:off x="3383280" y="3392424"/>
            <a:ext cx="2560320" cy="594360"/>
          </a:xfrm>
          <a:prstGeom prst="rect">
            <a:avLst/>
          </a:prstGeom>
          <a:noFill/>
          <a:ln/>
        </p:spPr>
        <p:txBody>
          <a:bodyPr wrap="square" rtlCol="0" anchor="ctr"/>
          <a:lstStyle/>
          <a:p>
            <a:pPr marL="342900" indent="-342900">
              <a:buSzPct val="100000"/>
              <a:buChar char="•"/>
            </a:pPr>
            <a:r>
              <a:rPr lang="en-US" sz="1050">
                <a:solidFill>
                  <a:sysClr val="windowText" lastClr="000000"/>
                </a:solidFill>
                <a:latin typeface="Calibri" pitchFamily="34" charset="0"/>
                <a:ea typeface="Calibri" pitchFamily="34" charset="-122"/>
                <a:cs typeface="Calibri" pitchFamily="34" charset="-120"/>
              </a:rPr>
              <a:t>Evaluate per-tenant and per-scheduling-class prediction error</a:t>
            </a:r>
            <a:endParaRPr lang="en-US" sz="1050">
              <a:solidFill>
                <a:sysClr val="windowText" lastClr="000000"/>
              </a:solidFill>
            </a:endParaRPr>
          </a:p>
        </p:txBody>
      </p:sp>
      <p:sp>
        <p:nvSpPr>
          <p:cNvPr id="18" name="Shape 16"/>
          <p:cNvSpPr/>
          <p:nvPr/>
        </p:nvSpPr>
        <p:spPr>
          <a:xfrm>
            <a:off x="6217920" y="1005840"/>
            <a:ext cx="2743200" cy="347472"/>
          </a:xfrm>
          <a:prstGeom prst="rect">
            <a:avLst/>
          </a:prstGeom>
          <a:solidFill>
            <a:srgbClr val="7C3AED"/>
          </a:solidFill>
          <a:ln w="12700">
            <a:solidFill>
              <a:srgbClr val="7C3AED"/>
            </a:solidFill>
            <a:prstDash val="solid"/>
          </a:ln>
        </p:spPr>
        <p:txBody>
          <a:bodyPr/>
          <a:lstStyle/>
          <a:p>
            <a:endParaRPr lang="en-US"/>
          </a:p>
        </p:txBody>
      </p:sp>
      <p:sp>
        <p:nvSpPr>
          <p:cNvPr id="19" name="Text 17"/>
          <p:cNvSpPr/>
          <p:nvPr/>
        </p:nvSpPr>
        <p:spPr>
          <a:xfrm>
            <a:off x="6217920" y="1005840"/>
            <a:ext cx="2743200" cy="347472"/>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03  Optimisation + Evaluation</a:t>
            </a:r>
            <a:endParaRPr lang="en-US" sz="1200"/>
          </a:p>
        </p:txBody>
      </p:sp>
      <p:sp>
        <p:nvSpPr>
          <p:cNvPr id="20" name="Shape 18"/>
          <p:cNvSpPr/>
          <p:nvPr/>
        </p:nvSpPr>
        <p:spPr>
          <a:xfrm>
            <a:off x="6217920" y="1353312"/>
            <a:ext cx="2743200" cy="2926080"/>
          </a:xfrm>
          <a:prstGeom prst="rect">
            <a:avLst/>
          </a:prstGeom>
          <a:solidFill>
            <a:srgbClr val="FFFFFF">
              <a:alpha val="95000"/>
            </a:srgbClr>
          </a:solidFill>
          <a:ln w="9525">
            <a:solidFill>
              <a:srgbClr val="7C3AED"/>
            </a:solidFill>
            <a:prstDash val="solid"/>
          </a:ln>
        </p:spPr>
        <p:txBody>
          <a:bodyPr/>
          <a:lstStyle/>
          <a:p>
            <a:endParaRPr lang="en-US"/>
          </a:p>
        </p:txBody>
      </p:sp>
      <p:sp>
        <p:nvSpPr>
          <p:cNvPr id="21" name="Text 19"/>
          <p:cNvSpPr/>
          <p:nvPr/>
        </p:nvSpPr>
        <p:spPr>
          <a:xfrm>
            <a:off x="6309360" y="1417320"/>
            <a:ext cx="2560320" cy="594360"/>
          </a:xfrm>
          <a:prstGeom prst="rect">
            <a:avLst/>
          </a:prstGeom>
          <a:noFill/>
          <a:ln/>
        </p:spPr>
        <p:txBody>
          <a:bodyPr wrap="square" rtlCol="0" anchor="ctr"/>
          <a:lstStyle/>
          <a:p>
            <a:pPr marL="342900" indent="-342900">
              <a:buSzPct val="100000"/>
              <a:buChar char="•"/>
            </a:pPr>
            <a:r>
              <a:rPr lang="en-US" sz="1050">
                <a:solidFill>
                  <a:sysClr val="windowText" lastClr="000000"/>
                </a:solidFill>
                <a:latin typeface="Calibri" pitchFamily="34" charset="0"/>
                <a:ea typeface="Calibri" pitchFamily="34" charset="-122"/>
                <a:cs typeface="Calibri" pitchFamily="34" charset="-120"/>
              </a:rPr>
              <a:t>Feed LSTM predictions into multi-objective </a:t>
            </a:r>
            <a:r>
              <a:rPr lang="en-US" sz="1050" err="1">
                <a:solidFill>
                  <a:sysClr val="windowText" lastClr="000000"/>
                </a:solidFill>
                <a:latin typeface="Calibri" pitchFamily="34" charset="0"/>
                <a:ea typeface="Calibri" pitchFamily="34" charset="-122"/>
                <a:cs typeface="Calibri" pitchFamily="34" charset="-120"/>
              </a:rPr>
              <a:t>optimiser</a:t>
            </a:r>
            <a:endParaRPr lang="en-US" sz="1050">
              <a:solidFill>
                <a:sysClr val="windowText" lastClr="000000"/>
              </a:solidFill>
            </a:endParaRPr>
          </a:p>
        </p:txBody>
      </p:sp>
      <p:sp>
        <p:nvSpPr>
          <p:cNvPr id="22" name="Text 20"/>
          <p:cNvSpPr/>
          <p:nvPr/>
        </p:nvSpPr>
        <p:spPr>
          <a:xfrm>
            <a:off x="6309360" y="2075688"/>
            <a:ext cx="2560320" cy="594360"/>
          </a:xfrm>
          <a:prstGeom prst="rect">
            <a:avLst/>
          </a:prstGeom>
          <a:noFill/>
          <a:ln/>
        </p:spPr>
        <p:txBody>
          <a:bodyPr wrap="square" rtlCol="0" anchor="ctr"/>
          <a:lstStyle/>
          <a:p>
            <a:pPr marL="342900" indent="-342900">
              <a:buSzPct val="100000"/>
              <a:buChar char="•"/>
            </a:pPr>
            <a:r>
              <a:rPr lang="en-US" sz="1050">
                <a:solidFill>
                  <a:sysClr val="windowText" lastClr="000000"/>
                </a:solidFill>
                <a:latin typeface="Calibri" pitchFamily="34" charset="0"/>
                <a:ea typeface="Calibri" pitchFamily="34" charset="-122"/>
                <a:cs typeface="Calibri" pitchFamily="34" charset="-120"/>
              </a:rPr>
              <a:t>Test on Week 2  (days 8–14 — held-out, never seen during training)</a:t>
            </a:r>
            <a:endParaRPr lang="en-US" sz="1050">
              <a:solidFill>
                <a:sysClr val="windowText" lastClr="000000"/>
              </a:solidFill>
            </a:endParaRPr>
          </a:p>
        </p:txBody>
      </p:sp>
      <p:sp>
        <p:nvSpPr>
          <p:cNvPr id="23" name="Text 21"/>
          <p:cNvSpPr/>
          <p:nvPr/>
        </p:nvSpPr>
        <p:spPr>
          <a:xfrm>
            <a:off x="6309360" y="2734056"/>
            <a:ext cx="2560320" cy="594360"/>
          </a:xfrm>
          <a:prstGeom prst="rect">
            <a:avLst/>
          </a:prstGeom>
          <a:noFill/>
          <a:ln/>
        </p:spPr>
        <p:txBody>
          <a:bodyPr wrap="square" rtlCol="0" anchor="ctr"/>
          <a:lstStyle/>
          <a:p>
            <a:pPr marL="342900" indent="-342900">
              <a:buSzPct val="100000"/>
              <a:buChar char="•"/>
            </a:pPr>
            <a:r>
              <a:rPr lang="en-US" sz="1050">
                <a:solidFill>
                  <a:sysClr val="windowText" lastClr="000000"/>
                </a:solidFill>
                <a:latin typeface="Calibri" pitchFamily="34" charset="0"/>
                <a:ea typeface="Calibri" pitchFamily="34" charset="-122"/>
                <a:cs typeface="Calibri" pitchFamily="34" charset="-120"/>
              </a:rPr>
              <a:t>Report: memory utilisation · scheduling fairness · SLA violations</a:t>
            </a:r>
            <a:endParaRPr lang="en-US" sz="1050">
              <a:solidFill>
                <a:sysClr val="windowText" lastClr="000000"/>
              </a:solidFill>
            </a:endParaRPr>
          </a:p>
        </p:txBody>
      </p:sp>
      <p:sp>
        <p:nvSpPr>
          <p:cNvPr id="24" name="Text 22"/>
          <p:cNvSpPr/>
          <p:nvPr/>
        </p:nvSpPr>
        <p:spPr>
          <a:xfrm>
            <a:off x="6309360" y="3392424"/>
            <a:ext cx="2560320" cy="594360"/>
          </a:xfrm>
          <a:prstGeom prst="rect">
            <a:avLst/>
          </a:prstGeom>
          <a:noFill/>
          <a:ln/>
        </p:spPr>
        <p:txBody>
          <a:bodyPr wrap="square" rtlCol="0" anchor="ctr"/>
          <a:lstStyle/>
          <a:p>
            <a:pPr marL="342900" indent="-342900">
              <a:buSzPct val="100000"/>
              <a:buChar char="•"/>
            </a:pPr>
            <a:r>
              <a:rPr lang="en-US" sz="1050">
                <a:solidFill>
                  <a:sysClr val="windowText" lastClr="000000"/>
                </a:solidFill>
                <a:latin typeface="Calibri" pitchFamily="34" charset="0"/>
                <a:ea typeface="Calibri" pitchFamily="34" charset="-122"/>
                <a:cs typeface="Calibri" pitchFamily="34" charset="-120"/>
              </a:rPr>
              <a:t>Academic comparison: instance-level vs. job-level forecasting baseline</a:t>
            </a:r>
            <a:endParaRPr lang="en-US" sz="1050">
              <a:solidFill>
                <a:sysClr val="windowText" lastClr="000000"/>
              </a:solidFill>
            </a:endParaRPr>
          </a:p>
        </p:txBody>
      </p:sp>
      <p:sp>
        <p:nvSpPr>
          <p:cNvPr id="25" name="Text 23"/>
          <p:cNvSpPr/>
          <p:nvPr/>
        </p:nvSpPr>
        <p:spPr>
          <a:xfrm>
            <a:off x="365760" y="4407408"/>
            <a:ext cx="8412480" cy="256032"/>
          </a:xfrm>
          <a:prstGeom prst="rect">
            <a:avLst/>
          </a:prstGeom>
          <a:noFill/>
          <a:ln/>
        </p:spPr>
        <p:txBody>
          <a:bodyPr wrap="square" rtlCol="0" anchor="ctr"/>
          <a:lstStyle/>
          <a:p>
            <a:pPr marL="0" indent="0" algn="ctr">
              <a:buNone/>
            </a:pPr>
            <a:r>
              <a:rPr lang="en-US" sz="950" i="1">
                <a:solidFill>
                  <a:srgbClr val="CFFAFE"/>
                </a:solidFill>
                <a:latin typeface="Calibri" pitchFamily="34" charset="0"/>
                <a:ea typeface="Calibri" pitchFamily="34" charset="-122"/>
                <a:cs typeface="Calibri" pitchFamily="34" charset="-120"/>
              </a:rPr>
              <a:t>Dataset ready at: gs://capstone-cluster-lstm/winner_dataset/week1_final/</a:t>
            </a:r>
            <a:endParaRPr lang="en-US" sz="950"/>
          </a:p>
        </p:txBody>
      </p:sp>
      <p:sp>
        <p:nvSpPr>
          <p:cNvPr id="26" name="Text 24"/>
          <p:cNvSpPr/>
          <p:nvPr/>
        </p:nvSpPr>
        <p:spPr>
          <a:xfrm>
            <a:off x="8046720" y="4892040"/>
            <a:ext cx="914400" cy="182880"/>
          </a:xfrm>
          <a:prstGeom prst="rect">
            <a:avLst/>
          </a:prstGeom>
          <a:noFill/>
          <a:ln/>
        </p:spPr>
        <p:txBody>
          <a:bodyPr wrap="square" rtlCol="0" anchor="ctr"/>
          <a:lstStyle/>
          <a:p>
            <a:pPr marL="0" indent="0" algn="r">
              <a:buNone/>
            </a:pPr>
            <a:r>
              <a:rPr lang="en-US" sz="900">
                <a:solidFill>
                  <a:srgbClr val="64748B"/>
                </a:solidFill>
                <a:latin typeface="Calibri" pitchFamily="34" charset="0"/>
                <a:ea typeface="Calibri" pitchFamily="34" charset="-122"/>
                <a:cs typeface="Calibri" pitchFamily="34" charset="-120"/>
              </a:rPr>
              <a:t>12 / 12</a:t>
            </a:r>
            <a:endParaRPr lang="en-US" sz="900"/>
          </a:p>
        </p:txBody>
      </p:sp>
      <p:sp>
        <p:nvSpPr>
          <p:cNvPr id="27" name="Text 25"/>
          <p:cNvSpPr/>
          <p:nvPr/>
        </p:nvSpPr>
        <p:spPr>
          <a:xfrm>
            <a:off x="365760" y="4892040"/>
            <a:ext cx="5486400" cy="182880"/>
          </a:xfrm>
          <a:prstGeom prst="rect">
            <a:avLst/>
          </a:prstGeom>
          <a:noFill/>
          <a:ln/>
        </p:spPr>
        <p:txBody>
          <a:bodyPr wrap="square" rtlCol="0" anchor="ctr"/>
          <a:lstStyle/>
          <a:p>
            <a:pPr marL="0" indent="0" algn="l">
              <a:buNone/>
            </a:pPr>
            <a:r>
              <a:rPr lang="en-CA" sz="900">
                <a:solidFill>
                  <a:srgbClr val="64748B"/>
                </a:solidFill>
                <a:latin typeface="Calibri" pitchFamily="34" charset="0"/>
                <a:ea typeface="Calibri" pitchFamily="34" charset="-122"/>
                <a:cs typeface="Calibri" pitchFamily="34" charset="-120"/>
              </a:rPr>
              <a:t>Data Extraction — LSTM Master Table</a:t>
            </a:r>
            <a:endParaRPr lang="en-US" sz="900"/>
          </a:p>
        </p:txBody>
      </p:sp>
    </p:spTree>
  </p:cSld>
  <p:clrMapOvr>
    <a:masterClrMapping/>
  </p:clrMapOvr>
  <p:extLst>
    <p:ext uri="{6950BFC3-D8DA-4A85-94F7-54DA5524770B}">
      <p188:commentRel xmlns:p188="http://schemas.microsoft.com/office/powerpoint/2018/8/main" r:id="rId3"/>
    </p:ext>
  </p:extLs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A1628"/>
          </a:solidFill>
          <a:ln/>
        </p:spPr>
        <p:txBody>
          <a:bodyPr/>
          <a:lstStyle/>
          <a:p>
            <a:endParaRPr lang="en-CA"/>
          </a:p>
        </p:txBody>
      </p:sp>
      <p:sp>
        <p:nvSpPr>
          <p:cNvPr id="3" name="Text 1"/>
          <p:cNvSpPr/>
          <p:nvPr/>
        </p:nvSpPr>
        <p:spPr>
          <a:xfrm>
            <a:off x="365760" y="91440"/>
            <a:ext cx="8412480" cy="594360"/>
          </a:xfrm>
          <a:prstGeom prst="rect">
            <a:avLst/>
          </a:prstGeom>
          <a:noFill/>
          <a:ln/>
        </p:spPr>
        <p:txBody>
          <a:bodyPr wrap="square" lIns="0" tIns="0" rIns="0" bIns="0" rtlCol="0" anchor="ctr"/>
          <a:lstStyle/>
          <a:p>
            <a:pPr marL="0" indent="0">
              <a:buNone/>
            </a:pPr>
            <a:r>
              <a:rPr lang="en-US" sz="2200" b="1">
                <a:solidFill>
                  <a:srgbClr val="FFFFFF"/>
                </a:solidFill>
                <a:latin typeface="Calibri" pitchFamily="34" charset="0"/>
                <a:ea typeface="Calibri" pitchFamily="34" charset="-122"/>
                <a:cs typeface="Calibri" pitchFamily="34" charset="-120"/>
              </a:rPr>
              <a:t>LSTM Pipeline Overview</a:t>
            </a:r>
            <a:endParaRPr lang="en-US" sz="2200"/>
          </a:p>
        </p:txBody>
      </p:sp>
      <p:sp>
        <p:nvSpPr>
          <p:cNvPr id="4" name="Shape 2"/>
          <p:cNvSpPr/>
          <p:nvPr/>
        </p:nvSpPr>
        <p:spPr>
          <a:xfrm>
            <a:off x="320040" y="914400"/>
            <a:ext cx="2651760" cy="16916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A"/>
          </a:p>
        </p:txBody>
      </p:sp>
      <p:sp>
        <p:nvSpPr>
          <p:cNvPr id="5" name="Shape 3"/>
          <p:cNvSpPr/>
          <p:nvPr/>
        </p:nvSpPr>
        <p:spPr>
          <a:xfrm>
            <a:off x="320040" y="914400"/>
            <a:ext cx="2651760" cy="411480"/>
          </a:xfrm>
          <a:prstGeom prst="rect">
            <a:avLst/>
          </a:prstGeom>
          <a:solidFill>
            <a:srgbClr val="0D4F8B"/>
          </a:solidFill>
          <a:ln/>
        </p:spPr>
        <p:txBody>
          <a:bodyPr/>
          <a:lstStyle/>
          <a:p>
            <a:endParaRPr lang="en-CA"/>
          </a:p>
        </p:txBody>
      </p:sp>
      <p:sp>
        <p:nvSpPr>
          <p:cNvPr id="6" name="Text 4"/>
          <p:cNvSpPr/>
          <p:nvPr/>
        </p:nvSpPr>
        <p:spPr>
          <a:xfrm>
            <a:off x="411480" y="960120"/>
            <a:ext cx="2468880" cy="320040"/>
          </a:xfrm>
          <a:prstGeom prst="rect">
            <a:avLst/>
          </a:prstGeom>
          <a:noFill/>
          <a:ln/>
        </p:spPr>
        <p:txBody>
          <a:bodyPr wrap="square" lIns="0" tIns="0" rIns="0" bIns="0" rtlCol="0" anchor="ctr"/>
          <a:lstStyle/>
          <a:p>
            <a:pPr marL="0" indent="0">
              <a:buNone/>
            </a:pPr>
            <a:r>
              <a:rPr lang="en-US" sz="1300" b="1">
                <a:solidFill>
                  <a:srgbClr val="FFFFFF"/>
                </a:solidFill>
                <a:latin typeface="Calibri" pitchFamily="34" charset="0"/>
                <a:ea typeface="Calibri" pitchFamily="34" charset="-122"/>
                <a:cs typeface="Calibri" pitchFamily="34" charset="-120"/>
              </a:rPr>
              <a:t>1. Load Data</a:t>
            </a:r>
            <a:endParaRPr lang="en-US" sz="1300"/>
          </a:p>
        </p:txBody>
      </p:sp>
      <p:sp>
        <p:nvSpPr>
          <p:cNvPr id="7" name="Text 5"/>
          <p:cNvSpPr/>
          <p:nvPr/>
        </p:nvSpPr>
        <p:spPr>
          <a:xfrm>
            <a:off x="429768" y="1389888"/>
            <a:ext cx="2432304" cy="1097280"/>
          </a:xfrm>
          <a:prstGeom prst="rect">
            <a:avLst/>
          </a:prstGeom>
          <a:noFill/>
          <a:ln/>
        </p:spPr>
        <p:txBody>
          <a:bodyPr wrap="square" lIns="0" tIns="0" rIns="0" bIns="0" rtlCol="0" anchor="ctr"/>
          <a:lstStyle/>
          <a:p>
            <a:pPr marL="0" indent="0">
              <a:buNone/>
            </a:pPr>
            <a:r>
              <a:rPr lang="en-US" sz="1100">
                <a:solidFill>
                  <a:srgbClr val="1E293B"/>
                </a:solidFill>
                <a:latin typeface="Calibri" pitchFamily="34" charset="0"/>
                <a:ea typeface="Calibri" pitchFamily="34" charset="-122"/>
                <a:cs typeface="Calibri" pitchFamily="34" charset="-120"/>
              </a:rPr>
              <a:t>winner_sample_v1.csv</a:t>
            </a:r>
            <a:endParaRPr lang="en-US" sz="1100"/>
          </a:p>
          <a:p>
            <a:pPr marL="0" indent="0">
              <a:buNone/>
            </a:pPr>
            <a:r>
              <a:rPr lang="en-US" sz="1100">
                <a:solidFill>
                  <a:srgbClr val="1E293B"/>
                </a:solidFill>
                <a:latin typeface="Calibri" pitchFamily="34" charset="0"/>
                <a:ea typeface="Calibri" pitchFamily="34" charset="-122"/>
                <a:cs typeface="Calibri" pitchFamily="34" charset="-120"/>
              </a:rPr>
              <a:t>~1M rows, 5-min intervals</a:t>
            </a:r>
            <a:endParaRPr lang="en-US" sz="1100"/>
          </a:p>
        </p:txBody>
      </p:sp>
      <p:sp>
        <p:nvSpPr>
          <p:cNvPr id="8" name="Shape 6"/>
          <p:cNvSpPr/>
          <p:nvPr/>
        </p:nvSpPr>
        <p:spPr>
          <a:xfrm>
            <a:off x="2971800" y="1737360"/>
            <a:ext cx="182880" cy="0"/>
          </a:xfrm>
          <a:prstGeom prst="line">
            <a:avLst/>
          </a:prstGeom>
          <a:noFill/>
          <a:ln w="25400">
            <a:solidFill>
              <a:srgbClr val="0D9488"/>
            </a:solidFill>
            <a:prstDash val="solid"/>
          </a:ln>
        </p:spPr>
        <p:txBody>
          <a:bodyPr/>
          <a:lstStyle/>
          <a:p>
            <a:endParaRPr lang="en-CA"/>
          </a:p>
        </p:txBody>
      </p:sp>
      <p:sp>
        <p:nvSpPr>
          <p:cNvPr id="9" name="Shape 7"/>
          <p:cNvSpPr/>
          <p:nvPr/>
        </p:nvSpPr>
        <p:spPr>
          <a:xfrm>
            <a:off x="3154680" y="914400"/>
            <a:ext cx="2651760" cy="16916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A"/>
          </a:p>
        </p:txBody>
      </p:sp>
      <p:sp>
        <p:nvSpPr>
          <p:cNvPr id="10" name="Shape 8"/>
          <p:cNvSpPr/>
          <p:nvPr/>
        </p:nvSpPr>
        <p:spPr>
          <a:xfrm>
            <a:off x="3154680" y="914400"/>
            <a:ext cx="2651760" cy="411480"/>
          </a:xfrm>
          <a:prstGeom prst="rect">
            <a:avLst/>
          </a:prstGeom>
          <a:solidFill>
            <a:srgbClr val="0D4F8B"/>
          </a:solidFill>
          <a:ln/>
        </p:spPr>
        <p:txBody>
          <a:bodyPr/>
          <a:lstStyle/>
          <a:p>
            <a:endParaRPr lang="en-CA"/>
          </a:p>
        </p:txBody>
      </p:sp>
      <p:sp>
        <p:nvSpPr>
          <p:cNvPr id="11" name="Text 9"/>
          <p:cNvSpPr/>
          <p:nvPr/>
        </p:nvSpPr>
        <p:spPr>
          <a:xfrm>
            <a:off x="3246120" y="960120"/>
            <a:ext cx="2468880" cy="320040"/>
          </a:xfrm>
          <a:prstGeom prst="rect">
            <a:avLst/>
          </a:prstGeom>
          <a:noFill/>
          <a:ln/>
        </p:spPr>
        <p:txBody>
          <a:bodyPr wrap="square" lIns="0" tIns="0" rIns="0" bIns="0" rtlCol="0" anchor="ctr"/>
          <a:lstStyle/>
          <a:p>
            <a:pPr marL="0" indent="0">
              <a:buNone/>
            </a:pPr>
            <a:r>
              <a:rPr lang="en-US" sz="1300" b="1">
                <a:solidFill>
                  <a:srgbClr val="FFFFFF"/>
                </a:solidFill>
                <a:latin typeface="Calibri" pitchFamily="34" charset="0"/>
                <a:ea typeface="Calibri" pitchFamily="34" charset="-122"/>
                <a:cs typeface="Calibri" pitchFamily="34" charset="-120"/>
              </a:rPr>
              <a:t>2. Feature Eng.</a:t>
            </a:r>
            <a:endParaRPr lang="en-US" sz="1300"/>
          </a:p>
        </p:txBody>
      </p:sp>
      <p:sp>
        <p:nvSpPr>
          <p:cNvPr id="12" name="Text 10"/>
          <p:cNvSpPr/>
          <p:nvPr/>
        </p:nvSpPr>
        <p:spPr>
          <a:xfrm>
            <a:off x="3264408" y="1389888"/>
            <a:ext cx="2432304" cy="1097280"/>
          </a:xfrm>
          <a:prstGeom prst="rect">
            <a:avLst/>
          </a:prstGeom>
          <a:noFill/>
          <a:ln/>
        </p:spPr>
        <p:txBody>
          <a:bodyPr wrap="square" lIns="0" tIns="0" rIns="0" bIns="0" rtlCol="0" anchor="ctr"/>
          <a:lstStyle/>
          <a:p>
            <a:pPr marL="0" indent="0">
              <a:buNone/>
            </a:pPr>
            <a:r>
              <a:rPr lang="en-US" sz="1100">
                <a:solidFill>
                  <a:srgbClr val="1E293B"/>
                </a:solidFill>
                <a:latin typeface="Calibri" pitchFamily="34" charset="0"/>
                <a:ea typeface="Calibri" pitchFamily="34" charset="-122"/>
                <a:cs typeface="Calibri" pitchFamily="34" charset="-120"/>
              </a:rPr>
              <a:t>true_app_memory</a:t>
            </a:r>
            <a:endParaRPr lang="en-US" sz="1100"/>
          </a:p>
          <a:p>
            <a:pPr marL="0" indent="0">
              <a:buNone/>
            </a:pPr>
            <a:r>
              <a:rPr lang="en-US" sz="1100">
                <a:solidFill>
                  <a:srgbClr val="1E293B"/>
                </a:solidFill>
                <a:latin typeface="Calibri" pitchFamily="34" charset="0"/>
                <a:ea typeface="Calibri" pitchFamily="34" charset="-122"/>
                <a:cs typeface="Calibri" pitchFamily="34" charset="-120"/>
              </a:rPr>
              <a:t>sin/cos time encoding</a:t>
            </a:r>
            <a:endParaRPr lang="en-US" sz="1100"/>
          </a:p>
        </p:txBody>
      </p:sp>
      <p:sp>
        <p:nvSpPr>
          <p:cNvPr id="13" name="Shape 11"/>
          <p:cNvSpPr/>
          <p:nvPr/>
        </p:nvSpPr>
        <p:spPr>
          <a:xfrm>
            <a:off x="5806440" y="1737360"/>
            <a:ext cx="182880" cy="0"/>
          </a:xfrm>
          <a:prstGeom prst="line">
            <a:avLst/>
          </a:prstGeom>
          <a:noFill/>
          <a:ln w="25400">
            <a:solidFill>
              <a:srgbClr val="0D9488"/>
            </a:solidFill>
            <a:prstDash val="solid"/>
          </a:ln>
        </p:spPr>
        <p:txBody>
          <a:bodyPr/>
          <a:lstStyle/>
          <a:p>
            <a:endParaRPr lang="en-CA"/>
          </a:p>
        </p:txBody>
      </p:sp>
      <p:sp>
        <p:nvSpPr>
          <p:cNvPr id="14" name="Shape 12"/>
          <p:cNvSpPr/>
          <p:nvPr/>
        </p:nvSpPr>
        <p:spPr>
          <a:xfrm>
            <a:off x="5989320" y="914400"/>
            <a:ext cx="2651760" cy="16916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A"/>
          </a:p>
        </p:txBody>
      </p:sp>
      <p:sp>
        <p:nvSpPr>
          <p:cNvPr id="15" name="Shape 13"/>
          <p:cNvSpPr/>
          <p:nvPr/>
        </p:nvSpPr>
        <p:spPr>
          <a:xfrm>
            <a:off x="5989320" y="914400"/>
            <a:ext cx="2651760" cy="411480"/>
          </a:xfrm>
          <a:prstGeom prst="rect">
            <a:avLst/>
          </a:prstGeom>
          <a:solidFill>
            <a:srgbClr val="0D9488"/>
          </a:solidFill>
          <a:ln/>
        </p:spPr>
        <p:txBody>
          <a:bodyPr/>
          <a:lstStyle/>
          <a:p>
            <a:endParaRPr lang="en-CA"/>
          </a:p>
        </p:txBody>
      </p:sp>
      <p:sp>
        <p:nvSpPr>
          <p:cNvPr id="16" name="Text 14"/>
          <p:cNvSpPr/>
          <p:nvPr/>
        </p:nvSpPr>
        <p:spPr>
          <a:xfrm>
            <a:off x="6080760" y="960120"/>
            <a:ext cx="2468880" cy="320040"/>
          </a:xfrm>
          <a:prstGeom prst="rect">
            <a:avLst/>
          </a:prstGeom>
          <a:noFill/>
          <a:ln/>
        </p:spPr>
        <p:txBody>
          <a:bodyPr wrap="square" lIns="0" tIns="0" rIns="0" bIns="0" rtlCol="0" anchor="ctr"/>
          <a:lstStyle/>
          <a:p>
            <a:pPr marL="0" indent="0">
              <a:buNone/>
            </a:pPr>
            <a:r>
              <a:rPr lang="en-US" sz="1300" b="1">
                <a:solidFill>
                  <a:srgbClr val="FFFFFF"/>
                </a:solidFill>
                <a:latin typeface="Calibri" pitchFamily="34" charset="0"/>
                <a:ea typeface="Calibri" pitchFamily="34" charset="-122"/>
                <a:cs typeface="Calibri" pitchFamily="34" charset="-120"/>
              </a:rPr>
              <a:t>3. Build Sequences</a:t>
            </a:r>
            <a:endParaRPr lang="en-US" sz="1300"/>
          </a:p>
        </p:txBody>
      </p:sp>
      <p:sp>
        <p:nvSpPr>
          <p:cNvPr id="17" name="Text 15"/>
          <p:cNvSpPr/>
          <p:nvPr/>
        </p:nvSpPr>
        <p:spPr>
          <a:xfrm>
            <a:off x="6099048" y="1389888"/>
            <a:ext cx="2432304" cy="1097280"/>
          </a:xfrm>
          <a:prstGeom prst="rect">
            <a:avLst/>
          </a:prstGeom>
          <a:noFill/>
          <a:ln/>
        </p:spPr>
        <p:txBody>
          <a:bodyPr wrap="square" lIns="0" tIns="0" rIns="0" bIns="0" rtlCol="0" anchor="ctr"/>
          <a:lstStyle/>
          <a:p>
            <a:pPr marL="0" indent="0">
              <a:buNone/>
            </a:pPr>
            <a:r>
              <a:rPr lang="en-US" sz="1100">
                <a:solidFill>
                  <a:srgbClr val="1E293B"/>
                </a:solidFill>
                <a:latin typeface="Calibri" pitchFamily="34" charset="0"/>
                <a:ea typeface="Calibri" pitchFamily="34" charset="-122"/>
                <a:cs typeface="Calibri" pitchFamily="34" charset="-120"/>
              </a:rPr>
              <a:t>Lookback: 144 steps (12h)</a:t>
            </a:r>
            <a:endParaRPr lang="en-US" sz="1100"/>
          </a:p>
          <a:p>
            <a:pPr marL="0" indent="0">
              <a:buNone/>
            </a:pPr>
            <a:r>
              <a:rPr lang="en-US" sz="1100">
                <a:solidFill>
                  <a:srgbClr val="1E293B"/>
                </a:solidFill>
                <a:latin typeface="Calibri" pitchFamily="34" charset="0"/>
                <a:ea typeface="Calibri" pitchFamily="34" charset="-122"/>
                <a:cs typeface="Calibri" pitchFamily="34" charset="-120"/>
              </a:rPr>
              <a:t>Horizon: 6 steps (30 min)</a:t>
            </a:r>
            <a:endParaRPr lang="en-US" sz="1100"/>
          </a:p>
        </p:txBody>
      </p:sp>
      <p:sp>
        <p:nvSpPr>
          <p:cNvPr id="18" name="Shape 16"/>
          <p:cNvSpPr/>
          <p:nvPr/>
        </p:nvSpPr>
        <p:spPr>
          <a:xfrm>
            <a:off x="320040" y="2880360"/>
            <a:ext cx="2651760" cy="16916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A"/>
          </a:p>
        </p:txBody>
      </p:sp>
      <p:sp>
        <p:nvSpPr>
          <p:cNvPr id="19" name="Shape 17"/>
          <p:cNvSpPr/>
          <p:nvPr/>
        </p:nvSpPr>
        <p:spPr>
          <a:xfrm>
            <a:off x="320040" y="2880360"/>
            <a:ext cx="2651760" cy="411480"/>
          </a:xfrm>
          <a:prstGeom prst="rect">
            <a:avLst/>
          </a:prstGeom>
          <a:solidFill>
            <a:srgbClr val="0D9488"/>
          </a:solidFill>
          <a:ln/>
        </p:spPr>
        <p:txBody>
          <a:bodyPr/>
          <a:lstStyle/>
          <a:p>
            <a:endParaRPr lang="en-CA"/>
          </a:p>
        </p:txBody>
      </p:sp>
      <p:sp>
        <p:nvSpPr>
          <p:cNvPr id="20" name="Text 18"/>
          <p:cNvSpPr/>
          <p:nvPr/>
        </p:nvSpPr>
        <p:spPr>
          <a:xfrm>
            <a:off x="411480" y="2926080"/>
            <a:ext cx="2468880" cy="320040"/>
          </a:xfrm>
          <a:prstGeom prst="rect">
            <a:avLst/>
          </a:prstGeom>
          <a:noFill/>
          <a:ln/>
        </p:spPr>
        <p:txBody>
          <a:bodyPr wrap="square" lIns="0" tIns="0" rIns="0" bIns="0" rtlCol="0" anchor="ctr"/>
          <a:lstStyle/>
          <a:p>
            <a:pPr marL="0" indent="0">
              <a:buNone/>
            </a:pPr>
            <a:r>
              <a:rPr lang="en-US" sz="1300" b="1">
                <a:solidFill>
                  <a:srgbClr val="FFFFFF"/>
                </a:solidFill>
                <a:latin typeface="Calibri" pitchFamily="34" charset="0"/>
                <a:ea typeface="Calibri" pitchFamily="34" charset="-122"/>
                <a:cs typeface="Calibri" pitchFamily="34" charset="-120"/>
              </a:rPr>
              <a:t>4. Train LSTM</a:t>
            </a:r>
            <a:endParaRPr lang="en-US" sz="1300"/>
          </a:p>
        </p:txBody>
      </p:sp>
      <p:sp>
        <p:nvSpPr>
          <p:cNvPr id="21" name="Text 19"/>
          <p:cNvSpPr/>
          <p:nvPr/>
        </p:nvSpPr>
        <p:spPr>
          <a:xfrm>
            <a:off x="429768" y="3355848"/>
            <a:ext cx="2432304" cy="1097280"/>
          </a:xfrm>
          <a:prstGeom prst="rect">
            <a:avLst/>
          </a:prstGeom>
          <a:noFill/>
          <a:ln/>
        </p:spPr>
        <p:txBody>
          <a:bodyPr wrap="square" lIns="0" tIns="0" rIns="0" bIns="0" rtlCol="0" anchor="ctr"/>
          <a:lstStyle/>
          <a:p>
            <a:pPr marL="0" indent="0">
              <a:buNone/>
            </a:pPr>
            <a:r>
              <a:rPr lang="en-US" sz="1100">
                <a:solidFill>
                  <a:srgbClr val="1E293B"/>
                </a:solidFill>
                <a:latin typeface="Calibri" pitchFamily="34" charset="0"/>
                <a:ea typeface="Calibri" pitchFamily="34" charset="-122"/>
                <a:cs typeface="Calibri" pitchFamily="34" charset="-120"/>
              </a:rPr>
              <a:t>2 LSTM layers + dropout</a:t>
            </a:r>
            <a:endParaRPr lang="en-US" sz="1100"/>
          </a:p>
          <a:p>
            <a:pPr marL="0" indent="0">
              <a:buNone/>
            </a:pPr>
            <a:r>
              <a:rPr lang="en-US" sz="1100">
                <a:solidFill>
                  <a:srgbClr val="1E293B"/>
                </a:solidFill>
                <a:latin typeface="Calibri" pitchFamily="34" charset="0"/>
                <a:ea typeface="Calibri" pitchFamily="34" charset="-122"/>
                <a:cs typeface="Calibri" pitchFamily="34" charset="-120"/>
              </a:rPr>
              <a:t>Tenant-aware split</a:t>
            </a:r>
            <a:endParaRPr lang="en-US" sz="1100"/>
          </a:p>
        </p:txBody>
      </p:sp>
      <p:sp>
        <p:nvSpPr>
          <p:cNvPr id="22" name="Shape 20"/>
          <p:cNvSpPr/>
          <p:nvPr/>
        </p:nvSpPr>
        <p:spPr>
          <a:xfrm>
            <a:off x="2971800" y="3703320"/>
            <a:ext cx="182880" cy="0"/>
          </a:xfrm>
          <a:prstGeom prst="line">
            <a:avLst/>
          </a:prstGeom>
          <a:noFill/>
          <a:ln w="25400">
            <a:solidFill>
              <a:srgbClr val="0D9488"/>
            </a:solidFill>
            <a:prstDash val="solid"/>
          </a:ln>
        </p:spPr>
        <p:txBody>
          <a:bodyPr/>
          <a:lstStyle/>
          <a:p>
            <a:endParaRPr lang="en-CA"/>
          </a:p>
        </p:txBody>
      </p:sp>
      <p:sp>
        <p:nvSpPr>
          <p:cNvPr id="23" name="Shape 21"/>
          <p:cNvSpPr/>
          <p:nvPr/>
        </p:nvSpPr>
        <p:spPr>
          <a:xfrm>
            <a:off x="3154680" y="2880360"/>
            <a:ext cx="2651760" cy="16916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A"/>
          </a:p>
        </p:txBody>
      </p:sp>
      <p:sp>
        <p:nvSpPr>
          <p:cNvPr id="24" name="Shape 22"/>
          <p:cNvSpPr/>
          <p:nvPr/>
        </p:nvSpPr>
        <p:spPr>
          <a:xfrm>
            <a:off x="3154680" y="2880360"/>
            <a:ext cx="2651760" cy="411480"/>
          </a:xfrm>
          <a:prstGeom prst="rect">
            <a:avLst/>
          </a:prstGeom>
          <a:solidFill>
            <a:srgbClr val="0A1628"/>
          </a:solidFill>
          <a:ln/>
        </p:spPr>
        <p:txBody>
          <a:bodyPr/>
          <a:lstStyle/>
          <a:p>
            <a:endParaRPr lang="en-CA"/>
          </a:p>
        </p:txBody>
      </p:sp>
      <p:sp>
        <p:nvSpPr>
          <p:cNvPr id="25" name="Text 23"/>
          <p:cNvSpPr/>
          <p:nvPr/>
        </p:nvSpPr>
        <p:spPr>
          <a:xfrm>
            <a:off x="3246120" y="2926080"/>
            <a:ext cx="2468880" cy="320040"/>
          </a:xfrm>
          <a:prstGeom prst="rect">
            <a:avLst/>
          </a:prstGeom>
          <a:noFill/>
          <a:ln/>
        </p:spPr>
        <p:txBody>
          <a:bodyPr wrap="square" lIns="0" tIns="0" rIns="0" bIns="0" rtlCol="0" anchor="ctr"/>
          <a:lstStyle/>
          <a:p>
            <a:pPr marL="0" indent="0">
              <a:buNone/>
            </a:pPr>
            <a:r>
              <a:rPr lang="en-US" sz="1300" b="1">
                <a:solidFill>
                  <a:srgbClr val="FFFFFF"/>
                </a:solidFill>
                <a:latin typeface="Calibri" pitchFamily="34" charset="0"/>
                <a:ea typeface="Calibri" pitchFamily="34" charset="-122"/>
                <a:cs typeface="Calibri" pitchFamily="34" charset="-120"/>
              </a:rPr>
              <a:t>5. Evaluate</a:t>
            </a:r>
            <a:endParaRPr lang="en-US" sz="1300"/>
          </a:p>
        </p:txBody>
      </p:sp>
      <p:sp>
        <p:nvSpPr>
          <p:cNvPr id="26" name="Text 24"/>
          <p:cNvSpPr/>
          <p:nvPr/>
        </p:nvSpPr>
        <p:spPr>
          <a:xfrm>
            <a:off x="3264408" y="3355848"/>
            <a:ext cx="2432304" cy="1097280"/>
          </a:xfrm>
          <a:prstGeom prst="rect">
            <a:avLst/>
          </a:prstGeom>
          <a:noFill/>
          <a:ln/>
        </p:spPr>
        <p:txBody>
          <a:bodyPr wrap="square" lIns="0" tIns="0" rIns="0" bIns="0" rtlCol="0" anchor="ctr"/>
          <a:lstStyle/>
          <a:p>
            <a:pPr marL="0" indent="0">
              <a:buNone/>
            </a:pPr>
            <a:r>
              <a:rPr lang="en-US" sz="1100">
                <a:solidFill>
                  <a:srgbClr val="1E293B"/>
                </a:solidFill>
                <a:latin typeface="Calibri" pitchFamily="34" charset="0"/>
                <a:ea typeface="Calibri" pitchFamily="34" charset="-122"/>
                <a:cs typeface="Calibri" pitchFamily="34" charset="-120"/>
              </a:rPr>
              <a:t>MAE, RMSE, SMAPE, R²</a:t>
            </a:r>
            <a:endParaRPr lang="en-US" sz="1100"/>
          </a:p>
          <a:p>
            <a:pPr marL="0" indent="0">
              <a:buNone/>
            </a:pPr>
            <a:r>
              <a:rPr lang="en-US" sz="1100">
                <a:solidFill>
                  <a:srgbClr val="1E293B"/>
                </a:solidFill>
                <a:latin typeface="Calibri" pitchFamily="34" charset="0"/>
                <a:ea typeface="Calibri" pitchFamily="34" charset="-122"/>
                <a:cs typeface="Calibri" pitchFamily="34" charset="-120"/>
              </a:rPr>
              <a:t>Per-target metrics</a:t>
            </a:r>
            <a:endParaRPr lang="en-US" sz="1100"/>
          </a:p>
        </p:txBody>
      </p:sp>
      <p:sp>
        <p:nvSpPr>
          <p:cNvPr id="27" name="Shape 25"/>
          <p:cNvSpPr/>
          <p:nvPr/>
        </p:nvSpPr>
        <p:spPr>
          <a:xfrm>
            <a:off x="5806440" y="3703320"/>
            <a:ext cx="182880" cy="0"/>
          </a:xfrm>
          <a:prstGeom prst="line">
            <a:avLst/>
          </a:prstGeom>
          <a:noFill/>
          <a:ln w="25400">
            <a:solidFill>
              <a:srgbClr val="0D9488"/>
            </a:solidFill>
            <a:prstDash val="solid"/>
          </a:ln>
        </p:spPr>
        <p:txBody>
          <a:bodyPr/>
          <a:lstStyle/>
          <a:p>
            <a:endParaRPr lang="en-CA"/>
          </a:p>
        </p:txBody>
      </p:sp>
      <p:sp>
        <p:nvSpPr>
          <p:cNvPr id="28" name="Shape 26"/>
          <p:cNvSpPr/>
          <p:nvPr/>
        </p:nvSpPr>
        <p:spPr>
          <a:xfrm>
            <a:off x="5989320" y="2880360"/>
            <a:ext cx="2651760" cy="16916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A"/>
          </a:p>
        </p:txBody>
      </p:sp>
      <p:sp>
        <p:nvSpPr>
          <p:cNvPr id="29" name="Shape 27"/>
          <p:cNvSpPr/>
          <p:nvPr/>
        </p:nvSpPr>
        <p:spPr>
          <a:xfrm>
            <a:off x="5989320" y="2880360"/>
            <a:ext cx="2651760" cy="411480"/>
          </a:xfrm>
          <a:prstGeom prst="rect">
            <a:avLst/>
          </a:prstGeom>
          <a:solidFill>
            <a:srgbClr val="0A1628"/>
          </a:solidFill>
          <a:ln/>
        </p:spPr>
        <p:txBody>
          <a:bodyPr/>
          <a:lstStyle/>
          <a:p>
            <a:endParaRPr lang="en-CA"/>
          </a:p>
        </p:txBody>
      </p:sp>
      <p:sp>
        <p:nvSpPr>
          <p:cNvPr id="30" name="Text 28"/>
          <p:cNvSpPr/>
          <p:nvPr/>
        </p:nvSpPr>
        <p:spPr>
          <a:xfrm>
            <a:off x="6080760" y="2926080"/>
            <a:ext cx="2468880" cy="320040"/>
          </a:xfrm>
          <a:prstGeom prst="rect">
            <a:avLst/>
          </a:prstGeom>
          <a:noFill/>
          <a:ln/>
        </p:spPr>
        <p:txBody>
          <a:bodyPr wrap="square" lIns="0" tIns="0" rIns="0" bIns="0" rtlCol="0" anchor="ctr"/>
          <a:lstStyle/>
          <a:p>
            <a:pPr marL="0" indent="0">
              <a:buNone/>
            </a:pPr>
            <a:r>
              <a:rPr lang="en-US" sz="1300" b="1">
                <a:solidFill>
                  <a:srgbClr val="FFFFFF"/>
                </a:solidFill>
                <a:latin typeface="Calibri" pitchFamily="34" charset="0"/>
                <a:ea typeface="Calibri" pitchFamily="34" charset="-122"/>
                <a:cs typeface="Calibri" pitchFamily="34" charset="-120"/>
              </a:rPr>
              <a:t>6. Output</a:t>
            </a:r>
            <a:endParaRPr lang="en-US" sz="1300"/>
          </a:p>
        </p:txBody>
      </p:sp>
      <p:sp>
        <p:nvSpPr>
          <p:cNvPr id="31" name="Text 29"/>
          <p:cNvSpPr/>
          <p:nvPr/>
        </p:nvSpPr>
        <p:spPr>
          <a:xfrm>
            <a:off x="6099048" y="3355848"/>
            <a:ext cx="2432304" cy="1097280"/>
          </a:xfrm>
          <a:prstGeom prst="rect">
            <a:avLst/>
          </a:prstGeom>
          <a:noFill/>
          <a:ln/>
        </p:spPr>
        <p:txBody>
          <a:bodyPr wrap="square" lIns="0" tIns="0" rIns="0" bIns="0" rtlCol="0" anchor="ctr"/>
          <a:lstStyle/>
          <a:p>
            <a:pPr marL="0" indent="0">
              <a:buNone/>
            </a:pPr>
            <a:r>
              <a:rPr lang="en-US" sz="1100">
                <a:solidFill>
                  <a:srgbClr val="1E293B"/>
                </a:solidFill>
                <a:latin typeface="Calibri" pitchFamily="34" charset="0"/>
                <a:ea typeface="Calibri" pitchFamily="34" charset="-122"/>
                <a:cs typeface="Calibri" pitchFamily="34" charset="-120"/>
              </a:rPr>
              <a:t>optimizer_lstm_predictions.csv</a:t>
            </a:r>
            <a:endParaRPr lang="en-US" sz="1100"/>
          </a:p>
          <a:p>
            <a:pPr marL="0" indent="0">
              <a:buNone/>
            </a:pPr>
            <a:r>
              <a:rPr lang="en-US" sz="1100">
                <a:solidFill>
                  <a:srgbClr val="1E293B"/>
                </a:solidFill>
                <a:latin typeface="Calibri" pitchFamily="34" charset="0"/>
                <a:ea typeface="Calibri" pitchFamily="34" charset="-122"/>
                <a:cs typeface="Calibri" pitchFamily="34" charset="-120"/>
              </a:rPr>
              <a:t>Job-level aggregation</a:t>
            </a:r>
            <a:endParaRPr lang="en-US" sz="11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A1628"/>
          </a:solidFill>
          <a:ln/>
        </p:spPr>
        <p:txBody>
          <a:bodyPr/>
          <a:lstStyle/>
          <a:p>
            <a:endParaRPr lang="en-CA"/>
          </a:p>
        </p:txBody>
      </p:sp>
      <p:sp>
        <p:nvSpPr>
          <p:cNvPr id="3" name="Text 1"/>
          <p:cNvSpPr/>
          <p:nvPr/>
        </p:nvSpPr>
        <p:spPr>
          <a:xfrm>
            <a:off x="365760" y="91440"/>
            <a:ext cx="8412480" cy="594360"/>
          </a:xfrm>
          <a:prstGeom prst="rect">
            <a:avLst/>
          </a:prstGeom>
          <a:noFill/>
          <a:ln/>
        </p:spPr>
        <p:txBody>
          <a:bodyPr wrap="square" lIns="0" tIns="0" rIns="0" bIns="0" rtlCol="0" anchor="ctr"/>
          <a:lstStyle/>
          <a:p>
            <a:pPr marL="0" indent="0">
              <a:buNone/>
            </a:pPr>
            <a:r>
              <a:rPr lang="en-US" sz="2200" b="1">
                <a:solidFill>
                  <a:srgbClr val="FFFFFF"/>
                </a:solidFill>
                <a:latin typeface="Calibri" pitchFamily="34" charset="0"/>
                <a:ea typeface="Calibri" pitchFamily="34" charset="-122"/>
                <a:cs typeface="Calibri" pitchFamily="34" charset="-120"/>
              </a:rPr>
              <a:t>Feature Engineering &amp; Design Choices</a:t>
            </a:r>
            <a:endParaRPr lang="en-US" sz="2200"/>
          </a:p>
        </p:txBody>
      </p:sp>
      <p:sp>
        <p:nvSpPr>
          <p:cNvPr id="4" name="Shape 2"/>
          <p:cNvSpPr/>
          <p:nvPr/>
        </p:nvSpPr>
        <p:spPr>
          <a:xfrm>
            <a:off x="274320" y="868680"/>
            <a:ext cx="4023360" cy="402336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CA"/>
          </a:p>
        </p:txBody>
      </p:sp>
      <p:sp>
        <p:nvSpPr>
          <p:cNvPr id="5" name="Shape 3"/>
          <p:cNvSpPr/>
          <p:nvPr/>
        </p:nvSpPr>
        <p:spPr>
          <a:xfrm>
            <a:off x="274320" y="868680"/>
            <a:ext cx="4023360" cy="365760"/>
          </a:xfrm>
          <a:prstGeom prst="rect">
            <a:avLst/>
          </a:prstGeom>
          <a:solidFill>
            <a:srgbClr val="0D4F8B"/>
          </a:solidFill>
          <a:ln/>
        </p:spPr>
        <p:txBody>
          <a:bodyPr/>
          <a:lstStyle/>
          <a:p>
            <a:endParaRPr lang="en-CA"/>
          </a:p>
        </p:txBody>
      </p:sp>
      <p:sp>
        <p:nvSpPr>
          <p:cNvPr id="6" name="Text 4"/>
          <p:cNvSpPr/>
          <p:nvPr/>
        </p:nvSpPr>
        <p:spPr>
          <a:xfrm>
            <a:off x="365760" y="886968"/>
            <a:ext cx="3840480" cy="320040"/>
          </a:xfrm>
          <a:prstGeom prst="rect">
            <a:avLst/>
          </a:prstGeom>
          <a:noFill/>
          <a:ln/>
        </p:spPr>
        <p:txBody>
          <a:bodyPr wrap="square" lIns="0" tIns="0" rIns="0" bIns="0" rtlCol="0" anchor="ctr"/>
          <a:lstStyle/>
          <a:p>
            <a:pPr marL="0" indent="0">
              <a:buNone/>
            </a:pPr>
            <a:r>
              <a:rPr lang="en-US" sz="1300" b="1">
                <a:solidFill>
                  <a:srgbClr val="FFFFFF"/>
                </a:solidFill>
                <a:latin typeface="Calibri" pitchFamily="34" charset="0"/>
                <a:ea typeface="Calibri" pitchFamily="34" charset="-122"/>
                <a:cs typeface="Calibri" pitchFamily="34" charset="-120"/>
              </a:rPr>
              <a:t>Selected LSTM Inputs</a:t>
            </a:r>
            <a:endParaRPr lang="en-US" sz="1300"/>
          </a:p>
        </p:txBody>
      </p:sp>
      <p:sp>
        <p:nvSpPr>
          <p:cNvPr id="7" name="Shape 5"/>
          <p:cNvSpPr/>
          <p:nvPr/>
        </p:nvSpPr>
        <p:spPr>
          <a:xfrm>
            <a:off x="320040" y="1298448"/>
            <a:ext cx="3931920" cy="438912"/>
          </a:xfrm>
          <a:prstGeom prst="rect">
            <a:avLst/>
          </a:prstGeom>
          <a:solidFill>
            <a:srgbClr val="F8FAFF"/>
          </a:solidFill>
          <a:ln/>
        </p:spPr>
        <p:txBody>
          <a:bodyPr/>
          <a:lstStyle/>
          <a:p>
            <a:endParaRPr lang="en-CA"/>
          </a:p>
        </p:txBody>
      </p:sp>
      <p:sp>
        <p:nvSpPr>
          <p:cNvPr id="8" name="Text 6"/>
          <p:cNvSpPr/>
          <p:nvPr/>
        </p:nvSpPr>
        <p:spPr>
          <a:xfrm>
            <a:off x="411480" y="1325880"/>
            <a:ext cx="1691640" cy="347472"/>
          </a:xfrm>
          <a:prstGeom prst="rect">
            <a:avLst/>
          </a:prstGeom>
          <a:noFill/>
          <a:ln/>
        </p:spPr>
        <p:txBody>
          <a:bodyPr wrap="square" lIns="0" tIns="0" rIns="0" bIns="0" rtlCol="0" anchor="ctr"/>
          <a:lstStyle/>
          <a:p>
            <a:pPr marL="0" indent="0">
              <a:buNone/>
            </a:pPr>
            <a:r>
              <a:rPr lang="en-US" sz="1000" b="1">
                <a:solidFill>
                  <a:srgbClr val="0D4F8B"/>
                </a:solidFill>
                <a:latin typeface="Calibri" pitchFamily="34" charset="0"/>
                <a:ea typeface="Calibri" pitchFamily="34" charset="-122"/>
                <a:cs typeface="Calibri" pitchFamily="34" charset="-120"/>
              </a:rPr>
              <a:t>avg_cpu / avg_mem</a:t>
            </a:r>
            <a:endParaRPr lang="en-US" sz="1000"/>
          </a:p>
        </p:txBody>
      </p:sp>
      <p:sp>
        <p:nvSpPr>
          <p:cNvPr id="9" name="Text 7"/>
          <p:cNvSpPr/>
          <p:nvPr/>
        </p:nvSpPr>
        <p:spPr>
          <a:xfrm>
            <a:off x="2103120" y="1325880"/>
            <a:ext cx="2057400" cy="347472"/>
          </a:xfrm>
          <a:prstGeom prst="rect">
            <a:avLst/>
          </a:prstGeom>
          <a:noFill/>
          <a:ln/>
        </p:spPr>
        <p:txBody>
          <a:bodyPr wrap="square" lIns="0" tIns="0" rIns="0" bIns="0" rtlCol="0" anchor="ctr"/>
          <a:lstStyle/>
          <a:p>
            <a:pPr marL="0" indent="0">
              <a:buNone/>
            </a:pPr>
            <a:r>
              <a:rPr lang="en-US" sz="1000">
                <a:solidFill>
                  <a:srgbClr val="1E293B"/>
                </a:solidFill>
                <a:latin typeface="Calibri" pitchFamily="34" charset="0"/>
                <a:ea typeface="Calibri" pitchFamily="34" charset="-122"/>
                <a:cs typeface="Calibri" pitchFamily="34" charset="-120"/>
              </a:rPr>
              <a:t>Primary targets &amp; input history</a:t>
            </a:r>
            <a:endParaRPr lang="en-US" sz="1000"/>
          </a:p>
        </p:txBody>
      </p:sp>
      <p:sp>
        <p:nvSpPr>
          <p:cNvPr id="10" name="Shape 8"/>
          <p:cNvSpPr/>
          <p:nvPr/>
        </p:nvSpPr>
        <p:spPr>
          <a:xfrm>
            <a:off x="320040" y="1792224"/>
            <a:ext cx="3931920" cy="438912"/>
          </a:xfrm>
          <a:prstGeom prst="rect">
            <a:avLst/>
          </a:prstGeom>
          <a:solidFill>
            <a:srgbClr val="FFFFFF"/>
          </a:solidFill>
          <a:ln/>
        </p:spPr>
        <p:txBody>
          <a:bodyPr/>
          <a:lstStyle/>
          <a:p>
            <a:endParaRPr lang="en-CA"/>
          </a:p>
        </p:txBody>
      </p:sp>
      <p:sp>
        <p:nvSpPr>
          <p:cNvPr id="11" name="Text 9"/>
          <p:cNvSpPr/>
          <p:nvPr/>
        </p:nvSpPr>
        <p:spPr>
          <a:xfrm>
            <a:off x="411480" y="1819656"/>
            <a:ext cx="1691640" cy="347472"/>
          </a:xfrm>
          <a:prstGeom prst="rect">
            <a:avLst/>
          </a:prstGeom>
          <a:noFill/>
          <a:ln/>
        </p:spPr>
        <p:txBody>
          <a:bodyPr wrap="square" lIns="0" tIns="0" rIns="0" bIns="0" rtlCol="0" anchor="ctr"/>
          <a:lstStyle/>
          <a:p>
            <a:pPr marL="0" indent="0">
              <a:buNone/>
            </a:pPr>
            <a:r>
              <a:rPr lang="en-US" sz="1000" b="1">
                <a:solidFill>
                  <a:srgbClr val="0D4F8B"/>
                </a:solidFill>
                <a:latin typeface="Calibri" pitchFamily="34" charset="0"/>
                <a:ea typeface="Calibri" pitchFamily="34" charset="-122"/>
                <a:cs typeface="Calibri" pitchFamily="34" charset="-120"/>
              </a:rPr>
              <a:t>p90_cpu</a:t>
            </a:r>
            <a:endParaRPr lang="en-US" sz="1000"/>
          </a:p>
        </p:txBody>
      </p:sp>
      <p:sp>
        <p:nvSpPr>
          <p:cNvPr id="12" name="Text 10"/>
          <p:cNvSpPr/>
          <p:nvPr/>
        </p:nvSpPr>
        <p:spPr>
          <a:xfrm>
            <a:off x="2103120" y="1819656"/>
            <a:ext cx="2057400" cy="347472"/>
          </a:xfrm>
          <a:prstGeom prst="rect">
            <a:avLst/>
          </a:prstGeom>
          <a:noFill/>
          <a:ln/>
        </p:spPr>
        <p:txBody>
          <a:bodyPr wrap="square" lIns="0" tIns="0" rIns="0" bIns="0" rtlCol="0" anchor="ctr"/>
          <a:lstStyle/>
          <a:p>
            <a:pPr marL="0" indent="0">
              <a:buNone/>
            </a:pPr>
            <a:r>
              <a:rPr lang="en-US" sz="1000">
                <a:solidFill>
                  <a:srgbClr val="1E293B"/>
                </a:solidFill>
                <a:latin typeface="Calibri" pitchFamily="34" charset="0"/>
                <a:ea typeface="Calibri" pitchFamily="34" charset="-122"/>
                <a:cs typeface="Calibri" pitchFamily="34" charset="-120"/>
              </a:rPr>
              <a:t>Burst/spike intensity signal</a:t>
            </a:r>
            <a:endParaRPr lang="en-US" sz="1000"/>
          </a:p>
        </p:txBody>
      </p:sp>
      <p:sp>
        <p:nvSpPr>
          <p:cNvPr id="13" name="Shape 11"/>
          <p:cNvSpPr/>
          <p:nvPr/>
        </p:nvSpPr>
        <p:spPr>
          <a:xfrm>
            <a:off x="320040" y="2286000"/>
            <a:ext cx="3931920" cy="438912"/>
          </a:xfrm>
          <a:prstGeom prst="rect">
            <a:avLst/>
          </a:prstGeom>
          <a:solidFill>
            <a:srgbClr val="F8FAFF"/>
          </a:solidFill>
          <a:ln/>
        </p:spPr>
        <p:txBody>
          <a:bodyPr/>
          <a:lstStyle/>
          <a:p>
            <a:endParaRPr lang="en-CA"/>
          </a:p>
        </p:txBody>
      </p:sp>
      <p:sp>
        <p:nvSpPr>
          <p:cNvPr id="14" name="Text 12"/>
          <p:cNvSpPr/>
          <p:nvPr/>
        </p:nvSpPr>
        <p:spPr>
          <a:xfrm>
            <a:off x="411480" y="2313432"/>
            <a:ext cx="1691640" cy="347472"/>
          </a:xfrm>
          <a:prstGeom prst="rect">
            <a:avLst/>
          </a:prstGeom>
          <a:noFill/>
          <a:ln/>
        </p:spPr>
        <p:txBody>
          <a:bodyPr wrap="square" lIns="0" tIns="0" rIns="0" bIns="0" rtlCol="0" anchor="ctr"/>
          <a:lstStyle/>
          <a:p>
            <a:pPr marL="0" indent="0">
              <a:buNone/>
            </a:pPr>
            <a:r>
              <a:rPr lang="en-US" sz="1000" b="1">
                <a:solidFill>
                  <a:srgbClr val="0D4F8B"/>
                </a:solidFill>
                <a:latin typeface="Calibri" pitchFamily="34" charset="0"/>
                <a:ea typeface="Calibri" pitchFamily="34" charset="-122"/>
                <a:cs typeface="Calibri" pitchFamily="34" charset="-120"/>
              </a:rPr>
              <a:t>assigned_memory</a:t>
            </a:r>
            <a:endParaRPr lang="en-US" sz="1000"/>
          </a:p>
        </p:txBody>
      </p:sp>
      <p:sp>
        <p:nvSpPr>
          <p:cNvPr id="15" name="Text 13"/>
          <p:cNvSpPr/>
          <p:nvPr/>
        </p:nvSpPr>
        <p:spPr>
          <a:xfrm>
            <a:off x="2103120" y="2313432"/>
            <a:ext cx="2057400" cy="347472"/>
          </a:xfrm>
          <a:prstGeom prst="rect">
            <a:avLst/>
          </a:prstGeom>
          <a:noFill/>
          <a:ln/>
        </p:spPr>
        <p:txBody>
          <a:bodyPr wrap="square" lIns="0" tIns="0" rIns="0" bIns="0" rtlCol="0" anchor="ctr"/>
          <a:lstStyle/>
          <a:p>
            <a:pPr marL="0" indent="0">
              <a:buNone/>
            </a:pPr>
            <a:r>
              <a:rPr lang="en-US" sz="1000">
                <a:solidFill>
                  <a:srgbClr val="1E293B"/>
                </a:solidFill>
                <a:latin typeface="Calibri" pitchFamily="34" charset="0"/>
                <a:ea typeface="Calibri" pitchFamily="34" charset="-122"/>
                <a:cs typeface="Calibri" pitchFamily="34" charset="-120"/>
              </a:rPr>
              <a:t>Memory headroom signal</a:t>
            </a:r>
            <a:endParaRPr lang="en-US" sz="1000"/>
          </a:p>
        </p:txBody>
      </p:sp>
      <p:sp>
        <p:nvSpPr>
          <p:cNvPr id="16" name="Shape 14"/>
          <p:cNvSpPr/>
          <p:nvPr/>
        </p:nvSpPr>
        <p:spPr>
          <a:xfrm>
            <a:off x="320040" y="2779776"/>
            <a:ext cx="3931920" cy="438912"/>
          </a:xfrm>
          <a:prstGeom prst="rect">
            <a:avLst/>
          </a:prstGeom>
          <a:solidFill>
            <a:srgbClr val="FFFFFF"/>
          </a:solidFill>
          <a:ln/>
        </p:spPr>
        <p:txBody>
          <a:bodyPr/>
          <a:lstStyle/>
          <a:p>
            <a:endParaRPr lang="en-CA"/>
          </a:p>
        </p:txBody>
      </p:sp>
      <p:sp>
        <p:nvSpPr>
          <p:cNvPr id="17" name="Text 15"/>
          <p:cNvSpPr/>
          <p:nvPr/>
        </p:nvSpPr>
        <p:spPr>
          <a:xfrm>
            <a:off x="411480" y="2807208"/>
            <a:ext cx="1691640" cy="347472"/>
          </a:xfrm>
          <a:prstGeom prst="rect">
            <a:avLst/>
          </a:prstGeom>
          <a:noFill/>
          <a:ln/>
        </p:spPr>
        <p:txBody>
          <a:bodyPr wrap="square" lIns="0" tIns="0" rIns="0" bIns="0" rtlCol="0" anchor="ctr"/>
          <a:lstStyle/>
          <a:p>
            <a:pPr marL="0" indent="0">
              <a:buNone/>
            </a:pPr>
            <a:r>
              <a:rPr lang="en-US" sz="1000" b="1">
                <a:solidFill>
                  <a:srgbClr val="0D4F8B"/>
                </a:solidFill>
                <a:latin typeface="Calibri" pitchFamily="34" charset="0"/>
                <a:ea typeface="Calibri" pitchFamily="34" charset="-122"/>
                <a:cs typeface="Calibri" pitchFamily="34" charset="-120"/>
              </a:rPr>
              <a:t>page_cache_memory</a:t>
            </a:r>
            <a:endParaRPr lang="en-US" sz="1000"/>
          </a:p>
        </p:txBody>
      </p:sp>
      <p:sp>
        <p:nvSpPr>
          <p:cNvPr id="18" name="Text 16"/>
          <p:cNvSpPr/>
          <p:nvPr/>
        </p:nvSpPr>
        <p:spPr>
          <a:xfrm>
            <a:off x="2103120" y="2807208"/>
            <a:ext cx="2057400" cy="347472"/>
          </a:xfrm>
          <a:prstGeom prst="rect">
            <a:avLst/>
          </a:prstGeom>
          <a:noFill/>
          <a:ln/>
        </p:spPr>
        <p:txBody>
          <a:bodyPr wrap="square" lIns="0" tIns="0" rIns="0" bIns="0" rtlCol="0" anchor="ctr"/>
          <a:lstStyle/>
          <a:p>
            <a:pPr marL="0" indent="0">
              <a:buNone/>
            </a:pPr>
            <a:r>
              <a:rPr lang="en-US" sz="1000">
                <a:solidFill>
                  <a:srgbClr val="1E293B"/>
                </a:solidFill>
                <a:latin typeface="Calibri" pitchFamily="34" charset="0"/>
                <a:ea typeface="Calibri" pitchFamily="34" charset="-122"/>
                <a:cs typeface="Calibri" pitchFamily="34" charset="-120"/>
              </a:rPr>
              <a:t>Reclaimable cache estimation</a:t>
            </a:r>
            <a:endParaRPr lang="en-US" sz="1000"/>
          </a:p>
        </p:txBody>
      </p:sp>
      <p:sp>
        <p:nvSpPr>
          <p:cNvPr id="19" name="Shape 17"/>
          <p:cNvSpPr/>
          <p:nvPr/>
        </p:nvSpPr>
        <p:spPr>
          <a:xfrm>
            <a:off x="320040" y="3273552"/>
            <a:ext cx="3931920" cy="438912"/>
          </a:xfrm>
          <a:prstGeom prst="rect">
            <a:avLst/>
          </a:prstGeom>
          <a:solidFill>
            <a:srgbClr val="F8FAFF"/>
          </a:solidFill>
          <a:ln/>
        </p:spPr>
        <p:txBody>
          <a:bodyPr/>
          <a:lstStyle/>
          <a:p>
            <a:endParaRPr lang="en-CA"/>
          </a:p>
        </p:txBody>
      </p:sp>
      <p:sp>
        <p:nvSpPr>
          <p:cNvPr id="20" name="Text 18"/>
          <p:cNvSpPr/>
          <p:nvPr/>
        </p:nvSpPr>
        <p:spPr>
          <a:xfrm>
            <a:off x="411480" y="3300984"/>
            <a:ext cx="1691640" cy="347472"/>
          </a:xfrm>
          <a:prstGeom prst="rect">
            <a:avLst/>
          </a:prstGeom>
          <a:noFill/>
          <a:ln/>
        </p:spPr>
        <p:txBody>
          <a:bodyPr wrap="square" lIns="0" tIns="0" rIns="0" bIns="0" rtlCol="0" anchor="ctr"/>
          <a:lstStyle/>
          <a:p>
            <a:pPr marL="0" indent="0">
              <a:buNone/>
            </a:pPr>
            <a:r>
              <a:rPr lang="en-US" sz="1000" b="1">
                <a:solidFill>
                  <a:srgbClr val="0D4F8B"/>
                </a:solidFill>
                <a:latin typeface="Calibri" pitchFamily="34" charset="0"/>
                <a:ea typeface="Calibri" pitchFamily="34" charset="-122"/>
                <a:cs typeface="Calibri" pitchFamily="34" charset="-120"/>
              </a:rPr>
              <a:t>true_app_memory</a:t>
            </a:r>
            <a:endParaRPr lang="en-US" sz="1000"/>
          </a:p>
        </p:txBody>
      </p:sp>
      <p:sp>
        <p:nvSpPr>
          <p:cNvPr id="21" name="Text 19"/>
          <p:cNvSpPr/>
          <p:nvPr/>
        </p:nvSpPr>
        <p:spPr>
          <a:xfrm>
            <a:off x="2103120" y="3300984"/>
            <a:ext cx="2057400" cy="347472"/>
          </a:xfrm>
          <a:prstGeom prst="rect">
            <a:avLst/>
          </a:prstGeom>
          <a:noFill/>
          <a:ln/>
        </p:spPr>
        <p:txBody>
          <a:bodyPr wrap="square" lIns="0" tIns="0" rIns="0" bIns="0" rtlCol="0" anchor="ctr"/>
          <a:lstStyle/>
          <a:p>
            <a:pPr marL="0" indent="0">
              <a:buNone/>
            </a:pPr>
            <a:r>
              <a:rPr lang="en-US" sz="1000">
                <a:solidFill>
                  <a:srgbClr val="1E293B"/>
                </a:solidFill>
                <a:latin typeface="Calibri" pitchFamily="34" charset="0"/>
                <a:ea typeface="Calibri" pitchFamily="34" charset="-122"/>
                <a:cs typeface="Calibri" pitchFamily="34" charset="-120"/>
              </a:rPr>
              <a:t>avg_mem − page_cache_memory</a:t>
            </a:r>
            <a:endParaRPr lang="en-US" sz="1000"/>
          </a:p>
        </p:txBody>
      </p:sp>
      <p:sp>
        <p:nvSpPr>
          <p:cNvPr id="22" name="Shape 20"/>
          <p:cNvSpPr/>
          <p:nvPr/>
        </p:nvSpPr>
        <p:spPr>
          <a:xfrm>
            <a:off x="320040" y="3767328"/>
            <a:ext cx="3931920" cy="438912"/>
          </a:xfrm>
          <a:prstGeom prst="rect">
            <a:avLst/>
          </a:prstGeom>
          <a:solidFill>
            <a:srgbClr val="FFFFFF"/>
          </a:solidFill>
          <a:ln/>
        </p:spPr>
        <p:txBody>
          <a:bodyPr/>
          <a:lstStyle/>
          <a:p>
            <a:endParaRPr lang="en-CA"/>
          </a:p>
        </p:txBody>
      </p:sp>
      <p:sp>
        <p:nvSpPr>
          <p:cNvPr id="23" name="Text 21"/>
          <p:cNvSpPr/>
          <p:nvPr/>
        </p:nvSpPr>
        <p:spPr>
          <a:xfrm>
            <a:off x="411480" y="3794760"/>
            <a:ext cx="1691640" cy="347472"/>
          </a:xfrm>
          <a:prstGeom prst="rect">
            <a:avLst/>
          </a:prstGeom>
          <a:noFill/>
          <a:ln/>
        </p:spPr>
        <p:txBody>
          <a:bodyPr wrap="square" lIns="0" tIns="0" rIns="0" bIns="0" rtlCol="0" anchor="ctr"/>
          <a:lstStyle/>
          <a:p>
            <a:pPr marL="0" indent="0">
              <a:buNone/>
            </a:pPr>
            <a:r>
              <a:rPr lang="en-US" sz="1000" b="1">
                <a:solidFill>
                  <a:srgbClr val="0D4F8B"/>
                </a:solidFill>
                <a:latin typeface="Calibri" pitchFamily="34" charset="0"/>
                <a:ea typeface="Calibri" pitchFamily="34" charset="-122"/>
                <a:cs typeface="Calibri" pitchFamily="34" charset="-120"/>
              </a:rPr>
              <a:t>scheduling_class</a:t>
            </a:r>
            <a:endParaRPr lang="en-US" sz="1000"/>
          </a:p>
        </p:txBody>
      </p:sp>
      <p:sp>
        <p:nvSpPr>
          <p:cNvPr id="24" name="Text 22"/>
          <p:cNvSpPr/>
          <p:nvPr/>
        </p:nvSpPr>
        <p:spPr>
          <a:xfrm>
            <a:off x="2103120" y="3794760"/>
            <a:ext cx="2057400" cy="347472"/>
          </a:xfrm>
          <a:prstGeom prst="rect">
            <a:avLst/>
          </a:prstGeom>
          <a:noFill/>
          <a:ln/>
        </p:spPr>
        <p:txBody>
          <a:bodyPr wrap="square" lIns="0" tIns="0" rIns="0" bIns="0" rtlCol="0" anchor="ctr"/>
          <a:lstStyle/>
          <a:p>
            <a:pPr marL="0" indent="0">
              <a:buNone/>
            </a:pPr>
            <a:r>
              <a:rPr lang="en-US" sz="1000">
                <a:solidFill>
                  <a:srgbClr val="1E293B"/>
                </a:solidFill>
                <a:latin typeface="Calibri" pitchFamily="34" charset="0"/>
                <a:ea typeface="Calibri" pitchFamily="34" charset="-122"/>
                <a:cs typeface="Calibri" pitchFamily="34" charset="-120"/>
              </a:rPr>
              <a:t>Workload priority/sensitivity</a:t>
            </a:r>
            <a:endParaRPr lang="en-US" sz="1000"/>
          </a:p>
        </p:txBody>
      </p:sp>
      <p:sp>
        <p:nvSpPr>
          <p:cNvPr id="25" name="Shape 23"/>
          <p:cNvSpPr/>
          <p:nvPr/>
        </p:nvSpPr>
        <p:spPr>
          <a:xfrm>
            <a:off x="320040" y="4261104"/>
            <a:ext cx="3931920" cy="438912"/>
          </a:xfrm>
          <a:prstGeom prst="rect">
            <a:avLst/>
          </a:prstGeom>
          <a:solidFill>
            <a:srgbClr val="F8FAFF"/>
          </a:solidFill>
          <a:ln/>
        </p:spPr>
        <p:txBody>
          <a:bodyPr/>
          <a:lstStyle/>
          <a:p>
            <a:endParaRPr lang="en-CA"/>
          </a:p>
        </p:txBody>
      </p:sp>
      <p:sp>
        <p:nvSpPr>
          <p:cNvPr id="26" name="Text 24"/>
          <p:cNvSpPr/>
          <p:nvPr/>
        </p:nvSpPr>
        <p:spPr>
          <a:xfrm>
            <a:off x="411480" y="4288536"/>
            <a:ext cx="1691640" cy="347472"/>
          </a:xfrm>
          <a:prstGeom prst="rect">
            <a:avLst/>
          </a:prstGeom>
          <a:noFill/>
          <a:ln/>
        </p:spPr>
        <p:txBody>
          <a:bodyPr wrap="square" lIns="0" tIns="0" rIns="0" bIns="0" rtlCol="0" anchor="ctr"/>
          <a:lstStyle/>
          <a:p>
            <a:pPr marL="0" indent="0">
              <a:buNone/>
            </a:pPr>
            <a:r>
              <a:rPr lang="en-US" sz="1000" b="1">
                <a:solidFill>
                  <a:srgbClr val="0D4F8B"/>
                </a:solidFill>
                <a:latin typeface="Calibri" pitchFamily="34" charset="0"/>
                <a:ea typeface="Calibri" pitchFamily="34" charset="-122"/>
                <a:cs typeface="Calibri" pitchFamily="34" charset="-120"/>
              </a:rPr>
              <a:t>sin_time / cos_time</a:t>
            </a:r>
            <a:endParaRPr lang="en-US" sz="1000"/>
          </a:p>
        </p:txBody>
      </p:sp>
      <p:sp>
        <p:nvSpPr>
          <p:cNvPr id="27" name="Text 25"/>
          <p:cNvSpPr/>
          <p:nvPr/>
        </p:nvSpPr>
        <p:spPr>
          <a:xfrm>
            <a:off x="2103120" y="4288536"/>
            <a:ext cx="2057400" cy="347472"/>
          </a:xfrm>
          <a:prstGeom prst="rect">
            <a:avLst/>
          </a:prstGeom>
          <a:noFill/>
          <a:ln/>
        </p:spPr>
        <p:txBody>
          <a:bodyPr wrap="square" lIns="0" tIns="0" rIns="0" bIns="0" rtlCol="0" anchor="ctr"/>
          <a:lstStyle/>
          <a:p>
            <a:pPr marL="0" indent="0">
              <a:buNone/>
            </a:pPr>
            <a:r>
              <a:rPr lang="en-US" sz="1000">
                <a:solidFill>
                  <a:srgbClr val="1E293B"/>
                </a:solidFill>
                <a:latin typeface="Calibri" pitchFamily="34" charset="0"/>
                <a:ea typeface="Calibri" pitchFamily="34" charset="-122"/>
                <a:cs typeface="Calibri" pitchFamily="34" charset="-120"/>
              </a:rPr>
              <a:t>Cyclical time encoding</a:t>
            </a:r>
            <a:endParaRPr lang="en-US" sz="1000"/>
          </a:p>
        </p:txBody>
      </p:sp>
      <p:sp>
        <p:nvSpPr>
          <p:cNvPr id="28" name="Shape 26"/>
          <p:cNvSpPr/>
          <p:nvPr/>
        </p:nvSpPr>
        <p:spPr>
          <a:xfrm>
            <a:off x="4480560" y="868680"/>
            <a:ext cx="4389120" cy="402336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CA"/>
          </a:p>
        </p:txBody>
      </p:sp>
      <p:sp>
        <p:nvSpPr>
          <p:cNvPr id="29" name="Shape 27"/>
          <p:cNvSpPr/>
          <p:nvPr/>
        </p:nvSpPr>
        <p:spPr>
          <a:xfrm>
            <a:off x="4480560" y="868680"/>
            <a:ext cx="4389120" cy="365760"/>
          </a:xfrm>
          <a:prstGeom prst="rect">
            <a:avLst/>
          </a:prstGeom>
          <a:solidFill>
            <a:srgbClr val="0D9488"/>
          </a:solidFill>
          <a:ln/>
        </p:spPr>
        <p:txBody>
          <a:bodyPr/>
          <a:lstStyle/>
          <a:p>
            <a:endParaRPr lang="en-CA"/>
          </a:p>
        </p:txBody>
      </p:sp>
      <p:sp>
        <p:nvSpPr>
          <p:cNvPr id="30" name="Text 28"/>
          <p:cNvSpPr/>
          <p:nvPr/>
        </p:nvSpPr>
        <p:spPr>
          <a:xfrm>
            <a:off x="4572000" y="886968"/>
            <a:ext cx="4206240" cy="320040"/>
          </a:xfrm>
          <a:prstGeom prst="rect">
            <a:avLst/>
          </a:prstGeom>
          <a:noFill/>
          <a:ln/>
        </p:spPr>
        <p:txBody>
          <a:bodyPr wrap="square" lIns="0" tIns="0" rIns="0" bIns="0" rtlCol="0" anchor="ctr"/>
          <a:lstStyle/>
          <a:p>
            <a:pPr marL="0" indent="0">
              <a:buNone/>
            </a:pPr>
            <a:r>
              <a:rPr lang="en-US" sz="1300" b="1">
                <a:solidFill>
                  <a:srgbClr val="FFFFFF"/>
                </a:solidFill>
                <a:latin typeface="Calibri" pitchFamily="34" charset="0"/>
                <a:ea typeface="Calibri" pitchFamily="34" charset="-122"/>
                <a:cs typeface="Calibri" pitchFamily="34" charset="-120"/>
              </a:rPr>
              <a:t>Key Design Decisions</a:t>
            </a:r>
            <a:endParaRPr lang="en-US" sz="1300"/>
          </a:p>
        </p:txBody>
      </p:sp>
      <p:sp>
        <p:nvSpPr>
          <p:cNvPr id="31" name="Shape 29"/>
          <p:cNvSpPr/>
          <p:nvPr/>
        </p:nvSpPr>
        <p:spPr>
          <a:xfrm>
            <a:off x="4544568" y="1325880"/>
            <a:ext cx="54864" cy="713232"/>
          </a:xfrm>
          <a:prstGeom prst="rect">
            <a:avLst/>
          </a:prstGeom>
          <a:solidFill>
            <a:srgbClr val="F59E0B"/>
          </a:solidFill>
          <a:ln/>
        </p:spPr>
        <p:txBody>
          <a:bodyPr/>
          <a:lstStyle/>
          <a:p>
            <a:endParaRPr lang="en-CA"/>
          </a:p>
        </p:txBody>
      </p:sp>
      <p:sp>
        <p:nvSpPr>
          <p:cNvPr id="32" name="Text 30"/>
          <p:cNvSpPr/>
          <p:nvPr/>
        </p:nvSpPr>
        <p:spPr>
          <a:xfrm>
            <a:off x="4663440" y="1325880"/>
            <a:ext cx="4114800" cy="274320"/>
          </a:xfrm>
          <a:prstGeom prst="rect">
            <a:avLst/>
          </a:prstGeom>
          <a:noFill/>
          <a:ln/>
        </p:spPr>
        <p:txBody>
          <a:bodyPr wrap="square" lIns="0" tIns="0" rIns="0" bIns="0" rtlCol="0" anchor="ctr"/>
          <a:lstStyle/>
          <a:p>
            <a:pPr marL="0" indent="0">
              <a:buNone/>
            </a:pPr>
            <a:r>
              <a:rPr lang="en-US" sz="1100" b="1">
                <a:solidFill>
                  <a:srgbClr val="1E293B"/>
                </a:solidFill>
                <a:latin typeface="Calibri" pitchFamily="34" charset="0"/>
                <a:ea typeface="Calibri" pitchFamily="34" charset="-122"/>
                <a:cs typeface="Calibri" pitchFamily="34" charset="-120"/>
              </a:rPr>
              <a:t>true_app_memory</a:t>
            </a:r>
            <a:endParaRPr lang="en-US" sz="1100"/>
          </a:p>
        </p:txBody>
      </p:sp>
      <p:sp>
        <p:nvSpPr>
          <p:cNvPr id="33" name="Text 31"/>
          <p:cNvSpPr/>
          <p:nvPr/>
        </p:nvSpPr>
        <p:spPr>
          <a:xfrm>
            <a:off x="4663440" y="1581912"/>
            <a:ext cx="4114800" cy="548640"/>
          </a:xfrm>
          <a:prstGeom prst="rect">
            <a:avLst/>
          </a:prstGeom>
          <a:noFill/>
          <a:ln/>
        </p:spPr>
        <p:txBody>
          <a:bodyPr wrap="square" lIns="0" tIns="0" rIns="0" bIns="0" rtlCol="0" anchor="ctr"/>
          <a:lstStyle/>
          <a:p>
            <a:pPr marL="0" indent="0">
              <a:buNone/>
            </a:pPr>
            <a:r>
              <a:rPr lang="en-US" sz="950">
                <a:solidFill>
                  <a:srgbClr val="64748B"/>
                </a:solidFill>
                <a:latin typeface="Calibri" pitchFamily="34" charset="0"/>
                <a:ea typeface="Calibri" pitchFamily="34" charset="-122"/>
                <a:cs typeface="Calibri" pitchFamily="34" charset="-120"/>
              </a:rPr>
              <a:t>Page cache is reclaimable by the OS. Subtracting it gives a more accurate view of real application memory pressure for overcommitment.</a:t>
            </a:r>
            <a:endParaRPr lang="en-US" sz="950"/>
          </a:p>
        </p:txBody>
      </p:sp>
      <p:sp>
        <p:nvSpPr>
          <p:cNvPr id="34" name="Shape 32"/>
          <p:cNvSpPr/>
          <p:nvPr/>
        </p:nvSpPr>
        <p:spPr>
          <a:xfrm>
            <a:off x="4544568" y="2194560"/>
            <a:ext cx="54864" cy="713232"/>
          </a:xfrm>
          <a:prstGeom prst="rect">
            <a:avLst/>
          </a:prstGeom>
          <a:solidFill>
            <a:srgbClr val="F59E0B"/>
          </a:solidFill>
          <a:ln/>
        </p:spPr>
        <p:txBody>
          <a:bodyPr/>
          <a:lstStyle/>
          <a:p>
            <a:endParaRPr lang="en-CA"/>
          </a:p>
        </p:txBody>
      </p:sp>
      <p:sp>
        <p:nvSpPr>
          <p:cNvPr id="35" name="Text 33"/>
          <p:cNvSpPr/>
          <p:nvPr/>
        </p:nvSpPr>
        <p:spPr>
          <a:xfrm>
            <a:off x="4663440" y="2194560"/>
            <a:ext cx="4114800" cy="274320"/>
          </a:xfrm>
          <a:prstGeom prst="rect">
            <a:avLst/>
          </a:prstGeom>
          <a:noFill/>
          <a:ln/>
        </p:spPr>
        <p:txBody>
          <a:bodyPr wrap="square" lIns="0" tIns="0" rIns="0" bIns="0" rtlCol="0" anchor="ctr"/>
          <a:lstStyle/>
          <a:p>
            <a:pPr marL="0" indent="0">
              <a:buNone/>
            </a:pPr>
            <a:r>
              <a:rPr lang="en-US" sz="1100" b="1">
                <a:solidFill>
                  <a:srgbClr val="1E293B"/>
                </a:solidFill>
                <a:latin typeface="Calibri" pitchFamily="34" charset="0"/>
                <a:ea typeface="Calibri" pitchFamily="34" charset="-122"/>
                <a:cs typeface="Calibri" pitchFamily="34" charset="-120"/>
              </a:rPr>
              <a:t>Cyclical Time (sin/cos)</a:t>
            </a:r>
            <a:endParaRPr lang="en-US" sz="1100"/>
          </a:p>
        </p:txBody>
      </p:sp>
      <p:sp>
        <p:nvSpPr>
          <p:cNvPr id="36" name="Text 34"/>
          <p:cNvSpPr/>
          <p:nvPr/>
        </p:nvSpPr>
        <p:spPr>
          <a:xfrm>
            <a:off x="4663440" y="2450592"/>
            <a:ext cx="4114800" cy="548640"/>
          </a:xfrm>
          <a:prstGeom prst="rect">
            <a:avLst/>
          </a:prstGeom>
          <a:noFill/>
          <a:ln/>
        </p:spPr>
        <p:txBody>
          <a:bodyPr wrap="square" lIns="0" tIns="0" rIns="0" bIns="0" rtlCol="0" anchor="ctr"/>
          <a:lstStyle/>
          <a:p>
            <a:pPr marL="0" indent="0">
              <a:buNone/>
            </a:pPr>
            <a:r>
              <a:rPr lang="en-US" sz="950">
                <a:solidFill>
                  <a:srgbClr val="64748B"/>
                </a:solidFill>
                <a:latin typeface="Calibri" pitchFamily="34" charset="0"/>
                <a:ea typeface="Calibri" pitchFamily="34" charset="-122"/>
                <a:cs typeface="Calibri" pitchFamily="34" charset="-120"/>
              </a:rPr>
              <a:t>23:00 and 00:00 are numerically distant but temporally adjacent. sin/cos encoding preserves this cyclical continuity for the LSTM.</a:t>
            </a:r>
            <a:endParaRPr lang="en-US" sz="950"/>
          </a:p>
        </p:txBody>
      </p:sp>
      <p:sp>
        <p:nvSpPr>
          <p:cNvPr id="37" name="Shape 35"/>
          <p:cNvSpPr/>
          <p:nvPr/>
        </p:nvSpPr>
        <p:spPr>
          <a:xfrm>
            <a:off x="4544568" y="3063240"/>
            <a:ext cx="54864" cy="713232"/>
          </a:xfrm>
          <a:prstGeom prst="rect">
            <a:avLst/>
          </a:prstGeom>
          <a:solidFill>
            <a:srgbClr val="F59E0B"/>
          </a:solidFill>
          <a:ln/>
        </p:spPr>
        <p:txBody>
          <a:bodyPr/>
          <a:lstStyle/>
          <a:p>
            <a:endParaRPr lang="en-CA"/>
          </a:p>
        </p:txBody>
      </p:sp>
      <p:sp>
        <p:nvSpPr>
          <p:cNvPr id="38" name="Text 36"/>
          <p:cNvSpPr/>
          <p:nvPr/>
        </p:nvSpPr>
        <p:spPr>
          <a:xfrm>
            <a:off x="4663440" y="3063240"/>
            <a:ext cx="4114800" cy="274320"/>
          </a:xfrm>
          <a:prstGeom prst="rect">
            <a:avLst/>
          </a:prstGeom>
          <a:noFill/>
          <a:ln/>
        </p:spPr>
        <p:txBody>
          <a:bodyPr wrap="square" lIns="0" tIns="0" rIns="0" bIns="0" rtlCol="0" anchor="ctr"/>
          <a:lstStyle/>
          <a:p>
            <a:pPr marL="0" indent="0">
              <a:buNone/>
            </a:pPr>
            <a:r>
              <a:rPr lang="en-US" sz="1100" b="1">
                <a:solidFill>
                  <a:srgbClr val="1E293B"/>
                </a:solidFill>
                <a:latin typeface="Calibri" pitchFamily="34" charset="0"/>
                <a:ea typeface="Calibri" pitchFamily="34" charset="-122"/>
                <a:cs typeface="Calibri" pitchFamily="34" charset="-120"/>
              </a:rPr>
              <a:t>Leakage Prevention</a:t>
            </a:r>
            <a:endParaRPr lang="en-US" sz="1100"/>
          </a:p>
        </p:txBody>
      </p:sp>
      <p:sp>
        <p:nvSpPr>
          <p:cNvPr id="39" name="Text 37"/>
          <p:cNvSpPr/>
          <p:nvPr/>
        </p:nvSpPr>
        <p:spPr>
          <a:xfrm>
            <a:off x="4663440" y="3319272"/>
            <a:ext cx="4114800" cy="548640"/>
          </a:xfrm>
          <a:prstGeom prst="rect">
            <a:avLst/>
          </a:prstGeom>
          <a:noFill/>
          <a:ln/>
        </p:spPr>
        <p:txBody>
          <a:bodyPr wrap="square" lIns="0" tIns="0" rIns="0" bIns="0" rtlCol="0" anchor="ctr"/>
          <a:lstStyle/>
          <a:p>
            <a:pPr marL="0" indent="0">
              <a:buNone/>
            </a:pPr>
            <a:r>
              <a:rPr lang="en-US" sz="950">
                <a:solidFill>
                  <a:srgbClr val="64748B"/>
                </a:solidFill>
                <a:latin typeface="Calibri" pitchFamily="34" charset="0"/>
                <a:ea typeface="Calibri" pitchFamily="34" charset="-122"/>
                <a:cs typeface="Calibri" pitchFamily="34" charset="-120"/>
              </a:rPr>
              <a:t>Excluded: terminal_type, terminal_time, max_mem, p95_cpu. These contain future information that would give the model an unfair advantage.</a:t>
            </a:r>
            <a:endParaRPr lang="en-US" sz="950"/>
          </a:p>
        </p:txBody>
      </p:sp>
      <p:sp>
        <p:nvSpPr>
          <p:cNvPr id="40" name="Shape 38"/>
          <p:cNvSpPr/>
          <p:nvPr/>
        </p:nvSpPr>
        <p:spPr>
          <a:xfrm>
            <a:off x="4544568" y="3931920"/>
            <a:ext cx="54864" cy="713232"/>
          </a:xfrm>
          <a:prstGeom prst="rect">
            <a:avLst/>
          </a:prstGeom>
          <a:solidFill>
            <a:srgbClr val="F59E0B"/>
          </a:solidFill>
          <a:ln/>
        </p:spPr>
        <p:txBody>
          <a:bodyPr/>
          <a:lstStyle/>
          <a:p>
            <a:endParaRPr lang="en-CA"/>
          </a:p>
        </p:txBody>
      </p:sp>
      <p:sp>
        <p:nvSpPr>
          <p:cNvPr id="41" name="Text 39"/>
          <p:cNvSpPr/>
          <p:nvPr/>
        </p:nvSpPr>
        <p:spPr>
          <a:xfrm>
            <a:off x="4663440" y="3931920"/>
            <a:ext cx="4114800" cy="274320"/>
          </a:xfrm>
          <a:prstGeom prst="rect">
            <a:avLst/>
          </a:prstGeom>
          <a:noFill/>
          <a:ln/>
        </p:spPr>
        <p:txBody>
          <a:bodyPr wrap="square" lIns="0" tIns="0" rIns="0" bIns="0" rtlCol="0" anchor="ctr"/>
          <a:lstStyle/>
          <a:p>
            <a:pPr marL="0" indent="0">
              <a:buNone/>
            </a:pPr>
            <a:r>
              <a:rPr lang="en-US" sz="1100" b="1">
                <a:solidFill>
                  <a:srgbClr val="1E293B"/>
                </a:solidFill>
                <a:latin typeface="Calibri" pitchFamily="34" charset="0"/>
                <a:ea typeface="Calibri" pitchFamily="34" charset="-122"/>
                <a:cs typeface="Calibri" pitchFamily="34" charset="-120"/>
              </a:rPr>
              <a:t>Tenant-Aware Split</a:t>
            </a:r>
            <a:endParaRPr lang="en-US" sz="1100"/>
          </a:p>
        </p:txBody>
      </p:sp>
      <p:sp>
        <p:nvSpPr>
          <p:cNvPr id="42" name="Text 40"/>
          <p:cNvSpPr/>
          <p:nvPr/>
        </p:nvSpPr>
        <p:spPr>
          <a:xfrm>
            <a:off x="4663440" y="4187952"/>
            <a:ext cx="4114800" cy="548640"/>
          </a:xfrm>
          <a:prstGeom prst="rect">
            <a:avLst/>
          </a:prstGeom>
          <a:noFill/>
          <a:ln/>
        </p:spPr>
        <p:txBody>
          <a:bodyPr wrap="square" lIns="0" tIns="0" rIns="0" bIns="0" rtlCol="0" anchor="ctr"/>
          <a:lstStyle/>
          <a:p>
            <a:pPr marL="0" indent="0">
              <a:buNone/>
            </a:pPr>
            <a:r>
              <a:rPr lang="en-US" sz="950">
                <a:solidFill>
                  <a:srgbClr val="64748B"/>
                </a:solidFill>
                <a:latin typeface="Calibri" pitchFamily="34" charset="0"/>
                <a:ea typeface="Calibri" pitchFamily="34" charset="-122"/>
                <a:cs typeface="Calibri" pitchFamily="34" charset="-120"/>
              </a:rPr>
              <a:t>Training and testing never share tenants, ensuring a realistic evaluation with no tenant leakage.</a:t>
            </a:r>
            <a:endParaRPr lang="en-US" sz="95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A1628"/>
          </a:solidFill>
          <a:ln/>
        </p:spPr>
        <p:txBody>
          <a:bodyPr/>
          <a:lstStyle/>
          <a:p>
            <a:endParaRPr lang="en-CA"/>
          </a:p>
        </p:txBody>
      </p:sp>
      <p:sp>
        <p:nvSpPr>
          <p:cNvPr id="3" name="Text 1"/>
          <p:cNvSpPr/>
          <p:nvPr/>
        </p:nvSpPr>
        <p:spPr>
          <a:xfrm>
            <a:off x="365760" y="91440"/>
            <a:ext cx="8412480" cy="594360"/>
          </a:xfrm>
          <a:prstGeom prst="rect">
            <a:avLst/>
          </a:prstGeom>
          <a:noFill/>
          <a:ln/>
        </p:spPr>
        <p:txBody>
          <a:bodyPr wrap="square" lIns="0" tIns="0" rIns="0" bIns="0" rtlCol="0" anchor="ctr"/>
          <a:lstStyle/>
          <a:p>
            <a:pPr marL="0" indent="0">
              <a:buNone/>
            </a:pPr>
            <a:r>
              <a:rPr lang="en-US" sz="2200" b="1">
                <a:solidFill>
                  <a:srgbClr val="FFFFFF"/>
                </a:solidFill>
                <a:latin typeface="Calibri" pitchFamily="34" charset="0"/>
                <a:ea typeface="Calibri" pitchFamily="34" charset="-122"/>
                <a:cs typeface="Calibri" pitchFamily="34" charset="-120"/>
              </a:rPr>
              <a:t>Model Architecture &amp; Training Setup</a:t>
            </a:r>
            <a:endParaRPr lang="en-US" sz="2200"/>
          </a:p>
        </p:txBody>
      </p:sp>
      <p:sp>
        <p:nvSpPr>
          <p:cNvPr id="4" name="Shape 2"/>
          <p:cNvSpPr/>
          <p:nvPr/>
        </p:nvSpPr>
        <p:spPr>
          <a:xfrm>
            <a:off x="274320" y="1005840"/>
            <a:ext cx="1600200" cy="1463040"/>
          </a:xfrm>
          <a:prstGeom prst="rect">
            <a:avLst/>
          </a:prstGeom>
          <a:solidFill>
            <a:srgbClr val="0D4F8B"/>
          </a:solidFill>
          <a:ln/>
          <a:effectLst>
            <a:outerShdw blurRad="76200" dist="25400" dir="8100000" algn="bl" rotWithShape="0">
              <a:srgbClr val="000000">
                <a:alpha val="15000"/>
              </a:srgbClr>
            </a:outerShdw>
          </a:effectLst>
        </p:spPr>
        <p:txBody>
          <a:bodyPr/>
          <a:lstStyle/>
          <a:p>
            <a:endParaRPr lang="en-CA"/>
          </a:p>
        </p:txBody>
      </p:sp>
      <p:sp>
        <p:nvSpPr>
          <p:cNvPr id="5" name="Text 3"/>
          <p:cNvSpPr/>
          <p:nvPr/>
        </p:nvSpPr>
        <p:spPr>
          <a:xfrm>
            <a:off x="320040" y="1463040"/>
            <a:ext cx="1508760" cy="822960"/>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Input</a:t>
            </a:r>
            <a:endParaRPr lang="en-US" sz="1100"/>
          </a:p>
          <a:p>
            <a:pPr marL="0" indent="0" algn="ctr">
              <a:buNone/>
            </a:pPr>
            <a:r>
              <a:rPr lang="en-US" sz="1100" b="1">
                <a:solidFill>
                  <a:srgbClr val="FFFFFF"/>
                </a:solidFill>
                <a:latin typeface="Calibri" pitchFamily="34" charset="0"/>
                <a:ea typeface="Calibri" pitchFamily="34" charset="-122"/>
                <a:cs typeface="Calibri" pitchFamily="34" charset="-120"/>
              </a:rPr>
              <a:t>(12h × features)</a:t>
            </a:r>
            <a:endParaRPr lang="en-US" sz="1100"/>
          </a:p>
        </p:txBody>
      </p:sp>
      <p:sp>
        <p:nvSpPr>
          <p:cNvPr id="6" name="Shape 4"/>
          <p:cNvSpPr/>
          <p:nvPr/>
        </p:nvSpPr>
        <p:spPr>
          <a:xfrm>
            <a:off x="1874520" y="1737360"/>
            <a:ext cx="118872" cy="0"/>
          </a:xfrm>
          <a:prstGeom prst="line">
            <a:avLst/>
          </a:prstGeom>
          <a:noFill/>
          <a:ln w="25400">
            <a:solidFill>
              <a:srgbClr val="1E293B"/>
            </a:solidFill>
            <a:prstDash val="solid"/>
          </a:ln>
        </p:spPr>
        <p:txBody>
          <a:bodyPr/>
          <a:lstStyle/>
          <a:p>
            <a:endParaRPr lang="en-CA"/>
          </a:p>
        </p:txBody>
      </p:sp>
      <p:sp>
        <p:nvSpPr>
          <p:cNvPr id="7" name="Shape 5"/>
          <p:cNvSpPr/>
          <p:nvPr/>
        </p:nvSpPr>
        <p:spPr>
          <a:xfrm>
            <a:off x="1993392" y="1005840"/>
            <a:ext cx="1600200" cy="1463040"/>
          </a:xfrm>
          <a:prstGeom prst="rect">
            <a:avLst/>
          </a:prstGeom>
          <a:solidFill>
            <a:srgbClr val="0D9488"/>
          </a:solidFill>
          <a:ln/>
          <a:effectLst>
            <a:outerShdw blurRad="76200" dist="25400" dir="8100000" algn="bl" rotWithShape="0">
              <a:srgbClr val="000000">
                <a:alpha val="15000"/>
              </a:srgbClr>
            </a:outerShdw>
          </a:effectLst>
        </p:spPr>
        <p:txBody>
          <a:bodyPr/>
          <a:lstStyle/>
          <a:p>
            <a:endParaRPr lang="en-CA"/>
          </a:p>
        </p:txBody>
      </p:sp>
      <p:sp>
        <p:nvSpPr>
          <p:cNvPr id="8" name="Text 6"/>
          <p:cNvSpPr/>
          <p:nvPr/>
        </p:nvSpPr>
        <p:spPr>
          <a:xfrm>
            <a:off x="2039112" y="1463040"/>
            <a:ext cx="1508760" cy="822960"/>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LSTM Layer 1</a:t>
            </a:r>
            <a:endParaRPr lang="en-US" sz="1100"/>
          </a:p>
          <a:p>
            <a:pPr marL="0" indent="0" algn="ctr">
              <a:buNone/>
            </a:pPr>
            <a:r>
              <a:rPr lang="en-US" sz="1100" b="1">
                <a:solidFill>
                  <a:srgbClr val="FFFFFF"/>
                </a:solidFill>
                <a:latin typeface="Calibri" pitchFamily="34" charset="0"/>
                <a:ea typeface="Calibri" pitchFamily="34" charset="-122"/>
                <a:cs typeface="Calibri" pitchFamily="34" charset="-120"/>
              </a:rPr>
              <a:t>(temporal patterns)</a:t>
            </a:r>
            <a:endParaRPr lang="en-US" sz="1100"/>
          </a:p>
        </p:txBody>
      </p:sp>
      <p:sp>
        <p:nvSpPr>
          <p:cNvPr id="9" name="Shape 7"/>
          <p:cNvSpPr/>
          <p:nvPr/>
        </p:nvSpPr>
        <p:spPr>
          <a:xfrm>
            <a:off x="3593592" y="1737360"/>
            <a:ext cx="118872" cy="0"/>
          </a:xfrm>
          <a:prstGeom prst="line">
            <a:avLst/>
          </a:prstGeom>
          <a:noFill/>
          <a:ln w="25400">
            <a:solidFill>
              <a:srgbClr val="1E293B"/>
            </a:solidFill>
            <a:prstDash val="solid"/>
          </a:ln>
        </p:spPr>
        <p:txBody>
          <a:bodyPr/>
          <a:lstStyle/>
          <a:p>
            <a:endParaRPr lang="en-CA"/>
          </a:p>
        </p:txBody>
      </p:sp>
      <p:sp>
        <p:nvSpPr>
          <p:cNvPr id="10" name="Shape 8"/>
          <p:cNvSpPr/>
          <p:nvPr/>
        </p:nvSpPr>
        <p:spPr>
          <a:xfrm>
            <a:off x="3712464" y="1005840"/>
            <a:ext cx="1600200" cy="1463040"/>
          </a:xfrm>
          <a:prstGeom prst="rect">
            <a:avLst/>
          </a:prstGeom>
          <a:solidFill>
            <a:srgbClr val="0D9488"/>
          </a:solidFill>
          <a:ln/>
          <a:effectLst>
            <a:outerShdw blurRad="76200" dist="25400" dir="8100000" algn="bl" rotWithShape="0">
              <a:srgbClr val="000000">
                <a:alpha val="15000"/>
              </a:srgbClr>
            </a:outerShdw>
          </a:effectLst>
        </p:spPr>
        <p:txBody>
          <a:bodyPr/>
          <a:lstStyle/>
          <a:p>
            <a:endParaRPr lang="en-CA"/>
          </a:p>
        </p:txBody>
      </p:sp>
      <p:sp>
        <p:nvSpPr>
          <p:cNvPr id="11" name="Text 9"/>
          <p:cNvSpPr/>
          <p:nvPr/>
        </p:nvSpPr>
        <p:spPr>
          <a:xfrm>
            <a:off x="3758184" y="1463040"/>
            <a:ext cx="1508760" cy="822960"/>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LSTM Layer 2</a:t>
            </a:r>
            <a:endParaRPr lang="en-US" sz="1100"/>
          </a:p>
          <a:p>
            <a:pPr marL="0" indent="0" algn="ctr">
              <a:buNone/>
            </a:pPr>
            <a:r>
              <a:rPr lang="en-US" sz="1100" b="1">
                <a:solidFill>
                  <a:srgbClr val="FFFFFF"/>
                </a:solidFill>
                <a:latin typeface="Calibri" pitchFamily="34" charset="0"/>
                <a:ea typeface="Calibri" pitchFamily="34" charset="-122"/>
                <a:cs typeface="Calibri" pitchFamily="34" charset="-120"/>
              </a:rPr>
              <a:t>(high-level repr.)</a:t>
            </a:r>
            <a:endParaRPr lang="en-US" sz="1100"/>
          </a:p>
        </p:txBody>
      </p:sp>
      <p:sp>
        <p:nvSpPr>
          <p:cNvPr id="12" name="Shape 10"/>
          <p:cNvSpPr/>
          <p:nvPr/>
        </p:nvSpPr>
        <p:spPr>
          <a:xfrm>
            <a:off x="5312664" y="1737360"/>
            <a:ext cx="118872" cy="0"/>
          </a:xfrm>
          <a:prstGeom prst="line">
            <a:avLst/>
          </a:prstGeom>
          <a:noFill/>
          <a:ln w="25400">
            <a:solidFill>
              <a:srgbClr val="1E293B"/>
            </a:solidFill>
            <a:prstDash val="solid"/>
          </a:ln>
        </p:spPr>
        <p:txBody>
          <a:bodyPr/>
          <a:lstStyle/>
          <a:p>
            <a:endParaRPr lang="en-CA"/>
          </a:p>
        </p:txBody>
      </p:sp>
      <p:sp>
        <p:nvSpPr>
          <p:cNvPr id="13" name="Shape 11"/>
          <p:cNvSpPr/>
          <p:nvPr/>
        </p:nvSpPr>
        <p:spPr>
          <a:xfrm>
            <a:off x="5431536" y="1005840"/>
            <a:ext cx="1600200" cy="1463040"/>
          </a:xfrm>
          <a:prstGeom prst="rect">
            <a:avLst/>
          </a:prstGeom>
          <a:solidFill>
            <a:srgbClr val="64748B"/>
          </a:solidFill>
          <a:ln/>
          <a:effectLst>
            <a:outerShdw blurRad="76200" dist="25400" dir="8100000" algn="bl" rotWithShape="0">
              <a:srgbClr val="000000">
                <a:alpha val="15000"/>
              </a:srgbClr>
            </a:outerShdw>
          </a:effectLst>
        </p:spPr>
        <p:txBody>
          <a:bodyPr/>
          <a:lstStyle/>
          <a:p>
            <a:endParaRPr lang="en-CA"/>
          </a:p>
        </p:txBody>
      </p:sp>
      <p:sp>
        <p:nvSpPr>
          <p:cNvPr id="14" name="Text 12"/>
          <p:cNvSpPr/>
          <p:nvPr/>
        </p:nvSpPr>
        <p:spPr>
          <a:xfrm>
            <a:off x="5477256" y="1463040"/>
            <a:ext cx="1508760" cy="822960"/>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Dropout</a:t>
            </a:r>
            <a:endParaRPr lang="en-US" sz="1100"/>
          </a:p>
          <a:p>
            <a:pPr marL="0" indent="0" algn="ctr">
              <a:buNone/>
            </a:pPr>
            <a:r>
              <a:rPr lang="en-US" sz="1100" b="1">
                <a:solidFill>
                  <a:srgbClr val="FFFFFF"/>
                </a:solidFill>
                <a:latin typeface="Calibri" pitchFamily="34" charset="0"/>
                <a:ea typeface="Calibri" pitchFamily="34" charset="-122"/>
                <a:cs typeface="Calibri" pitchFamily="34" charset="-120"/>
              </a:rPr>
              <a:t>(regularization)</a:t>
            </a:r>
            <a:endParaRPr lang="en-US" sz="1100"/>
          </a:p>
        </p:txBody>
      </p:sp>
      <p:sp>
        <p:nvSpPr>
          <p:cNvPr id="15" name="Shape 13"/>
          <p:cNvSpPr/>
          <p:nvPr/>
        </p:nvSpPr>
        <p:spPr>
          <a:xfrm>
            <a:off x="7031736" y="1737360"/>
            <a:ext cx="118872" cy="0"/>
          </a:xfrm>
          <a:prstGeom prst="line">
            <a:avLst/>
          </a:prstGeom>
          <a:noFill/>
          <a:ln w="25400">
            <a:solidFill>
              <a:srgbClr val="1E293B"/>
            </a:solidFill>
            <a:prstDash val="solid"/>
          </a:ln>
        </p:spPr>
        <p:txBody>
          <a:bodyPr/>
          <a:lstStyle/>
          <a:p>
            <a:endParaRPr lang="en-CA"/>
          </a:p>
        </p:txBody>
      </p:sp>
      <p:sp>
        <p:nvSpPr>
          <p:cNvPr id="16" name="Shape 14"/>
          <p:cNvSpPr/>
          <p:nvPr/>
        </p:nvSpPr>
        <p:spPr>
          <a:xfrm>
            <a:off x="7150608" y="1005840"/>
            <a:ext cx="1600200" cy="1463040"/>
          </a:xfrm>
          <a:prstGeom prst="rect">
            <a:avLst/>
          </a:prstGeom>
          <a:solidFill>
            <a:srgbClr val="0A1628"/>
          </a:solidFill>
          <a:ln/>
          <a:effectLst>
            <a:outerShdw blurRad="76200" dist="25400" dir="8100000" algn="bl" rotWithShape="0">
              <a:srgbClr val="000000">
                <a:alpha val="15000"/>
              </a:srgbClr>
            </a:outerShdw>
          </a:effectLst>
        </p:spPr>
        <p:txBody>
          <a:bodyPr/>
          <a:lstStyle/>
          <a:p>
            <a:endParaRPr lang="en-CA"/>
          </a:p>
        </p:txBody>
      </p:sp>
      <p:sp>
        <p:nvSpPr>
          <p:cNvPr id="17" name="Text 15"/>
          <p:cNvSpPr/>
          <p:nvPr/>
        </p:nvSpPr>
        <p:spPr>
          <a:xfrm>
            <a:off x="7196328" y="1463040"/>
            <a:ext cx="1508760" cy="822960"/>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Dense Output</a:t>
            </a:r>
            <a:endParaRPr lang="en-US" sz="1100"/>
          </a:p>
          <a:p>
            <a:pPr marL="0" indent="0" algn="ctr">
              <a:buNone/>
            </a:pPr>
            <a:r>
              <a:rPr lang="en-US" sz="1100" b="1">
                <a:solidFill>
                  <a:srgbClr val="FFFFFF"/>
                </a:solidFill>
                <a:latin typeface="Calibri" pitchFamily="34" charset="0"/>
                <a:ea typeface="Calibri" pitchFamily="34" charset="-122"/>
                <a:cs typeface="Calibri" pitchFamily="34" charset="-120"/>
              </a:rPr>
              <a:t>(CPU + Mem × 6)</a:t>
            </a:r>
            <a:endParaRPr lang="en-US" sz="1100"/>
          </a:p>
        </p:txBody>
      </p:sp>
      <p:sp>
        <p:nvSpPr>
          <p:cNvPr id="18" name="Shape 16"/>
          <p:cNvSpPr/>
          <p:nvPr/>
        </p:nvSpPr>
        <p:spPr>
          <a:xfrm>
            <a:off x="274320" y="2606040"/>
            <a:ext cx="3886200" cy="123444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CA"/>
          </a:p>
        </p:txBody>
      </p:sp>
      <p:sp>
        <p:nvSpPr>
          <p:cNvPr id="19" name="Text 17"/>
          <p:cNvSpPr/>
          <p:nvPr/>
        </p:nvSpPr>
        <p:spPr>
          <a:xfrm>
            <a:off x="411480" y="2670048"/>
            <a:ext cx="3566160" cy="274320"/>
          </a:xfrm>
          <a:prstGeom prst="rect">
            <a:avLst/>
          </a:prstGeom>
          <a:noFill/>
          <a:ln/>
        </p:spPr>
        <p:txBody>
          <a:bodyPr wrap="square" lIns="0" tIns="0" rIns="0" bIns="0" rtlCol="0" anchor="ctr"/>
          <a:lstStyle/>
          <a:p>
            <a:pPr marL="0" indent="0">
              <a:buNone/>
            </a:pPr>
            <a:r>
              <a:rPr lang="en-US" sz="1200" b="1">
                <a:solidFill>
                  <a:srgbClr val="0D4F8B"/>
                </a:solidFill>
                <a:latin typeface="Calibri" pitchFamily="34" charset="0"/>
                <a:ea typeface="Calibri" pitchFamily="34" charset="-122"/>
                <a:cs typeface="Calibri" pitchFamily="34" charset="-120"/>
              </a:rPr>
              <a:t>Sequence Design</a:t>
            </a:r>
            <a:endParaRPr lang="en-US" sz="1200"/>
          </a:p>
        </p:txBody>
      </p:sp>
      <p:sp>
        <p:nvSpPr>
          <p:cNvPr id="20" name="Text 18"/>
          <p:cNvSpPr/>
          <p:nvPr/>
        </p:nvSpPr>
        <p:spPr>
          <a:xfrm>
            <a:off x="411480" y="2944368"/>
            <a:ext cx="3566160" cy="822960"/>
          </a:xfrm>
          <a:prstGeom prst="rect">
            <a:avLst/>
          </a:prstGeom>
          <a:noFill/>
          <a:ln/>
        </p:spPr>
        <p:txBody>
          <a:bodyPr wrap="square" lIns="0" tIns="0" rIns="0" bIns="0" rtlCol="0" anchor="ctr"/>
          <a:lstStyle/>
          <a:p>
            <a:pPr marL="0" indent="0">
              <a:buNone/>
            </a:pPr>
            <a:r>
              <a:rPr lang="en-US" sz="1000" b="1">
                <a:solidFill>
                  <a:srgbClr val="1E293B"/>
                </a:solidFill>
                <a:latin typeface="Calibri" pitchFamily="34" charset="0"/>
                <a:ea typeface="Calibri" pitchFamily="34" charset="-122"/>
                <a:cs typeface="Calibri" pitchFamily="34" charset="-120"/>
              </a:rPr>
              <a:t>Lookback: </a:t>
            </a:r>
            <a:r>
              <a:rPr lang="en-US" sz="1000">
                <a:solidFill>
                  <a:srgbClr val="64748B"/>
                </a:solidFill>
                <a:latin typeface="Calibri" pitchFamily="34" charset="0"/>
                <a:ea typeface="Calibri" pitchFamily="34" charset="-122"/>
                <a:cs typeface="Calibri" pitchFamily="34" charset="-120"/>
              </a:rPr>
              <a:t>144 steps = 12 hours of history
</a:t>
            </a:r>
            <a:r>
              <a:rPr lang="en-US" sz="1000" b="1">
                <a:solidFill>
                  <a:srgbClr val="1E293B"/>
                </a:solidFill>
                <a:latin typeface="Calibri" pitchFamily="34" charset="0"/>
                <a:ea typeface="Calibri" pitchFamily="34" charset="-122"/>
                <a:cs typeface="Calibri" pitchFamily="34" charset="-120"/>
              </a:rPr>
              <a:t>Horizon: </a:t>
            </a:r>
            <a:r>
              <a:rPr lang="en-US" sz="1000">
                <a:solidFill>
                  <a:srgbClr val="64748B"/>
                </a:solidFill>
                <a:latin typeface="Calibri" pitchFamily="34" charset="0"/>
                <a:ea typeface="Calibri" pitchFamily="34" charset="-122"/>
                <a:cs typeface="Calibri" pitchFamily="34" charset="-120"/>
              </a:rPr>
              <a:t>6 steps = 30 minutes ahead
</a:t>
            </a:r>
            <a:r>
              <a:rPr lang="en-US" sz="1000" i="1">
                <a:solidFill>
                  <a:srgbClr val="0D9488"/>
                </a:solidFill>
                <a:latin typeface="Calibri" pitchFamily="34" charset="0"/>
                <a:ea typeface="Calibri" pitchFamily="34" charset="-122"/>
                <a:cs typeface="Calibri" pitchFamily="34" charset="-120"/>
              </a:rPr>
              <a:t>"Given 12h of CPU/memory behavior, predict the next 30 min"</a:t>
            </a:r>
            <a:endParaRPr lang="en-US" sz="1000"/>
          </a:p>
        </p:txBody>
      </p:sp>
      <p:sp>
        <p:nvSpPr>
          <p:cNvPr id="21" name="Shape 19"/>
          <p:cNvSpPr/>
          <p:nvPr/>
        </p:nvSpPr>
        <p:spPr>
          <a:xfrm>
            <a:off x="4297680" y="2606040"/>
            <a:ext cx="4572000" cy="123444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CA"/>
          </a:p>
        </p:txBody>
      </p:sp>
      <p:sp>
        <p:nvSpPr>
          <p:cNvPr id="22" name="Text 20"/>
          <p:cNvSpPr/>
          <p:nvPr/>
        </p:nvSpPr>
        <p:spPr>
          <a:xfrm>
            <a:off x="4434840" y="2670048"/>
            <a:ext cx="4297680" cy="274320"/>
          </a:xfrm>
          <a:prstGeom prst="rect">
            <a:avLst/>
          </a:prstGeom>
          <a:noFill/>
          <a:ln/>
        </p:spPr>
        <p:txBody>
          <a:bodyPr wrap="square" lIns="0" tIns="0" rIns="0" bIns="0" rtlCol="0" anchor="ctr"/>
          <a:lstStyle/>
          <a:p>
            <a:pPr marL="0" indent="0">
              <a:buNone/>
            </a:pPr>
            <a:r>
              <a:rPr lang="en-US" sz="1200" b="1">
                <a:solidFill>
                  <a:srgbClr val="0D4F8B"/>
                </a:solidFill>
                <a:latin typeface="Calibri" pitchFamily="34" charset="0"/>
                <a:ea typeface="Calibri" pitchFamily="34" charset="-122"/>
                <a:cs typeface="Calibri" pitchFamily="34" charset="-120"/>
              </a:rPr>
              <a:t>Why 12-hour lookback?</a:t>
            </a:r>
            <a:endParaRPr lang="en-US" sz="1200"/>
          </a:p>
        </p:txBody>
      </p:sp>
      <p:sp>
        <p:nvSpPr>
          <p:cNvPr id="23" name="Text 21"/>
          <p:cNvSpPr/>
          <p:nvPr/>
        </p:nvSpPr>
        <p:spPr>
          <a:xfrm>
            <a:off x="4434840" y="2944368"/>
            <a:ext cx="4297680" cy="822960"/>
          </a:xfrm>
          <a:prstGeom prst="rect">
            <a:avLst/>
          </a:prstGeom>
          <a:noFill/>
          <a:ln/>
        </p:spPr>
        <p:txBody>
          <a:bodyPr wrap="square" lIns="0" tIns="0" rIns="0" bIns="0" rtlCol="0" anchor="ctr"/>
          <a:lstStyle/>
          <a:p>
            <a:pPr marL="0" indent="0">
              <a:buNone/>
            </a:pPr>
            <a:r>
              <a:rPr lang="en-US" sz="1000">
                <a:solidFill>
                  <a:srgbClr val="10B981"/>
                </a:solidFill>
                <a:latin typeface="Calibri" pitchFamily="34" charset="0"/>
                <a:ea typeface="Calibri" pitchFamily="34" charset="-122"/>
                <a:cs typeface="Calibri" pitchFamily="34" charset="-120"/>
              </a:rPr>
              <a:t>✓ </a:t>
            </a:r>
            <a:r>
              <a:rPr lang="en-US" sz="1000">
                <a:solidFill>
                  <a:srgbClr val="1E293B"/>
                </a:solidFill>
                <a:latin typeface="Calibri" pitchFamily="34" charset="0"/>
                <a:ea typeface="Calibri" pitchFamily="34" charset="-122"/>
                <a:cs typeface="Calibri" pitchFamily="34" charset="-120"/>
              </a:rPr>
              <a:t>Captures trends, spikes &amp; usage cycles
</a:t>
            </a:r>
            <a:r>
              <a:rPr lang="en-US" sz="1000">
                <a:solidFill>
                  <a:srgbClr val="10B981"/>
                </a:solidFill>
                <a:latin typeface="Calibri" pitchFamily="34" charset="0"/>
                <a:ea typeface="Calibri" pitchFamily="34" charset="-122"/>
                <a:cs typeface="Calibri" pitchFamily="34" charset="-120"/>
              </a:rPr>
              <a:t>✓ </a:t>
            </a:r>
            <a:r>
              <a:rPr lang="en-US" sz="1000">
                <a:solidFill>
                  <a:srgbClr val="1E293B"/>
                </a:solidFill>
                <a:latin typeface="Calibri" pitchFamily="34" charset="0"/>
                <a:ea typeface="Calibri" pitchFamily="34" charset="-122"/>
                <a:cs typeface="Calibri" pitchFamily="34" charset="-120"/>
              </a:rPr>
              <a:t>Computationally efficient vs 24-48h windows
</a:t>
            </a:r>
            <a:r>
              <a:rPr lang="en-US" sz="1000">
                <a:solidFill>
                  <a:srgbClr val="10B981"/>
                </a:solidFill>
                <a:latin typeface="Calibri" pitchFamily="34" charset="0"/>
                <a:ea typeface="Calibri" pitchFamily="34" charset="-122"/>
                <a:cs typeface="Calibri" pitchFamily="34" charset="-120"/>
              </a:rPr>
              <a:t>✓ </a:t>
            </a:r>
            <a:r>
              <a:rPr lang="en-US" sz="1000">
                <a:solidFill>
                  <a:srgbClr val="1E293B"/>
                </a:solidFill>
                <a:latin typeface="Calibri" pitchFamily="34" charset="0"/>
                <a:ea typeface="Calibri" pitchFamily="34" charset="-122"/>
                <a:cs typeface="Calibri" pitchFamily="34" charset="-120"/>
              </a:rPr>
              <a:t>Avoids outdated data noise from longer histories</a:t>
            </a:r>
            <a:endParaRPr lang="en-US" sz="1000"/>
          </a:p>
        </p:txBody>
      </p:sp>
      <p:sp>
        <p:nvSpPr>
          <p:cNvPr id="24" name="Shape 22"/>
          <p:cNvSpPr/>
          <p:nvPr/>
        </p:nvSpPr>
        <p:spPr>
          <a:xfrm>
            <a:off x="274320" y="3977640"/>
            <a:ext cx="8595360" cy="731520"/>
          </a:xfrm>
          <a:prstGeom prst="rect">
            <a:avLst/>
          </a:prstGeom>
          <a:solidFill>
            <a:srgbClr val="0A1628"/>
          </a:solidFill>
          <a:ln/>
        </p:spPr>
        <p:txBody>
          <a:bodyPr/>
          <a:lstStyle/>
          <a:p>
            <a:endParaRPr lang="en-CA"/>
          </a:p>
        </p:txBody>
      </p:sp>
      <p:sp>
        <p:nvSpPr>
          <p:cNvPr id="25" name="Text 23"/>
          <p:cNvSpPr/>
          <p:nvPr/>
        </p:nvSpPr>
        <p:spPr>
          <a:xfrm>
            <a:off x="411480" y="4050792"/>
            <a:ext cx="8321040" cy="502920"/>
          </a:xfrm>
          <a:prstGeom prst="rect">
            <a:avLst/>
          </a:prstGeom>
          <a:noFill/>
          <a:ln/>
        </p:spPr>
        <p:txBody>
          <a:bodyPr wrap="square" lIns="0" tIns="0" rIns="0" bIns="0" rtlCol="0" anchor="ctr"/>
          <a:lstStyle/>
          <a:p>
            <a:pPr marL="0" indent="0">
              <a:buNone/>
            </a:pPr>
            <a:r>
              <a:rPr lang="en-US" sz="1100">
                <a:solidFill>
                  <a:srgbClr val="5EEAD4"/>
                </a:solidFill>
                <a:latin typeface="Calibri" pitchFamily="34" charset="0"/>
                <a:ea typeface="Calibri" pitchFamily="34" charset="-122"/>
                <a:cs typeface="Calibri" pitchFamily="34" charset="-120"/>
              </a:rPr>
              <a:t>Outputs: avg_cpu · avg_mem · predicted_peak · predicted_p90/p95 · predicted_cpu_variance · predicted_mem_variance  →  Job-level aggregation</a:t>
            </a:r>
            <a:endParaRPr lang="en-US" sz="11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A1628"/>
          </a:solidFill>
          <a:ln/>
        </p:spPr>
        <p:txBody>
          <a:bodyPr/>
          <a:lstStyle/>
          <a:p>
            <a:endParaRPr lang="en-CA"/>
          </a:p>
        </p:txBody>
      </p:sp>
      <p:sp>
        <p:nvSpPr>
          <p:cNvPr id="3" name="Text 1"/>
          <p:cNvSpPr/>
          <p:nvPr/>
        </p:nvSpPr>
        <p:spPr>
          <a:xfrm>
            <a:off x="365760" y="91440"/>
            <a:ext cx="8412480" cy="594360"/>
          </a:xfrm>
          <a:prstGeom prst="rect">
            <a:avLst/>
          </a:prstGeom>
          <a:noFill/>
          <a:ln/>
        </p:spPr>
        <p:txBody>
          <a:bodyPr wrap="square" lIns="0" tIns="0" rIns="0" bIns="0" rtlCol="0" anchor="ctr"/>
          <a:lstStyle/>
          <a:p>
            <a:pPr marL="0" indent="0">
              <a:buNone/>
            </a:pPr>
            <a:r>
              <a:rPr lang="en-US" sz="2200" b="1">
                <a:solidFill>
                  <a:srgbClr val="FFFFFF"/>
                </a:solidFill>
                <a:latin typeface="Calibri" pitchFamily="34" charset="0"/>
                <a:ea typeface="Calibri" pitchFamily="34" charset="-122"/>
                <a:cs typeface="Calibri" pitchFamily="34" charset="-120"/>
              </a:rPr>
              <a:t>Optimizer-Ready Outputs &amp; Job-Level Aggregation</a:t>
            </a:r>
            <a:endParaRPr lang="en-US" sz="2200"/>
          </a:p>
        </p:txBody>
      </p:sp>
      <p:sp>
        <p:nvSpPr>
          <p:cNvPr id="4" name="Shape 2"/>
          <p:cNvSpPr/>
          <p:nvPr/>
        </p:nvSpPr>
        <p:spPr>
          <a:xfrm>
            <a:off x="274320" y="868680"/>
            <a:ext cx="2377440" cy="3200400"/>
          </a:xfrm>
          <a:prstGeom prst="rect">
            <a:avLst/>
          </a:prstGeom>
          <a:solidFill>
            <a:srgbClr val="FFFFFF"/>
          </a:solidFill>
          <a:ln/>
          <a:effectLst>
            <a:outerShdw blurRad="63500" dist="12700" dir="8100000" algn="bl" rotWithShape="0">
              <a:srgbClr val="000000">
                <a:alpha val="8000"/>
              </a:srgbClr>
            </a:outerShdw>
          </a:effectLst>
        </p:spPr>
        <p:txBody>
          <a:bodyPr/>
          <a:lstStyle/>
          <a:p>
            <a:endParaRPr lang="en-CA"/>
          </a:p>
        </p:txBody>
      </p:sp>
      <p:sp>
        <p:nvSpPr>
          <p:cNvPr id="5" name="Shape 3"/>
          <p:cNvSpPr/>
          <p:nvPr/>
        </p:nvSpPr>
        <p:spPr>
          <a:xfrm>
            <a:off x="274320" y="868680"/>
            <a:ext cx="2377440" cy="347472"/>
          </a:xfrm>
          <a:prstGeom prst="rect">
            <a:avLst/>
          </a:prstGeom>
          <a:solidFill>
            <a:srgbClr val="0D4F8B"/>
          </a:solidFill>
          <a:ln/>
        </p:spPr>
        <p:txBody>
          <a:bodyPr/>
          <a:lstStyle/>
          <a:p>
            <a:endParaRPr lang="en-CA"/>
          </a:p>
        </p:txBody>
      </p:sp>
      <p:sp>
        <p:nvSpPr>
          <p:cNvPr id="6" name="Text 4"/>
          <p:cNvSpPr/>
          <p:nvPr/>
        </p:nvSpPr>
        <p:spPr>
          <a:xfrm>
            <a:off x="320040" y="886968"/>
            <a:ext cx="2286000" cy="292608"/>
          </a:xfrm>
          <a:prstGeom prst="rect">
            <a:avLst/>
          </a:prstGeom>
          <a:noFill/>
          <a:ln/>
        </p:spPr>
        <p:txBody>
          <a:bodyPr wrap="square" lIns="0" tIns="0" rIns="0" bIns="0" rtlCol="0" anchor="ctr"/>
          <a:lstStyle/>
          <a:p>
            <a:pPr marL="0" indent="0">
              <a:buNone/>
            </a:pPr>
            <a:r>
              <a:rPr lang="en-US" sz="1100" b="1">
                <a:solidFill>
                  <a:srgbClr val="FFFFFF"/>
                </a:solidFill>
                <a:latin typeface="Calibri" pitchFamily="34" charset="0"/>
                <a:ea typeface="Calibri" pitchFamily="34" charset="-122"/>
                <a:cs typeface="Calibri" pitchFamily="34" charset="-120"/>
              </a:rPr>
              <a:t>Instance-Level LSTM</a:t>
            </a:r>
            <a:endParaRPr lang="en-US" sz="1100"/>
          </a:p>
        </p:txBody>
      </p:sp>
      <p:sp>
        <p:nvSpPr>
          <p:cNvPr id="7" name="Shape 5"/>
          <p:cNvSpPr/>
          <p:nvPr/>
        </p:nvSpPr>
        <p:spPr>
          <a:xfrm>
            <a:off x="347472" y="1298448"/>
            <a:ext cx="2231136" cy="548640"/>
          </a:xfrm>
          <a:prstGeom prst="rect">
            <a:avLst/>
          </a:prstGeom>
          <a:solidFill>
            <a:srgbClr val="EFF6FF"/>
          </a:solidFill>
          <a:ln w="6350">
            <a:solidFill>
              <a:srgbClr val="E2E8F0"/>
            </a:solidFill>
            <a:prstDash val="solid"/>
          </a:ln>
        </p:spPr>
        <p:txBody>
          <a:bodyPr/>
          <a:lstStyle/>
          <a:p>
            <a:endParaRPr lang="en-CA"/>
          </a:p>
        </p:txBody>
      </p:sp>
      <p:sp>
        <p:nvSpPr>
          <p:cNvPr id="8" name="Text 6"/>
          <p:cNvSpPr/>
          <p:nvPr/>
        </p:nvSpPr>
        <p:spPr>
          <a:xfrm>
            <a:off x="411480" y="1389888"/>
            <a:ext cx="2103120" cy="347472"/>
          </a:xfrm>
          <a:prstGeom prst="rect">
            <a:avLst/>
          </a:prstGeom>
          <a:noFill/>
          <a:ln/>
        </p:spPr>
        <p:txBody>
          <a:bodyPr wrap="square" lIns="0" tIns="0" rIns="0" bIns="0" rtlCol="0" anchor="ctr"/>
          <a:lstStyle/>
          <a:p>
            <a:pPr marL="0" indent="0">
              <a:buNone/>
            </a:pPr>
            <a:r>
              <a:rPr lang="en-US" sz="950">
                <a:solidFill>
                  <a:srgbClr val="1E293B"/>
                </a:solidFill>
                <a:latin typeface="Calibri" pitchFamily="34" charset="0"/>
                <a:ea typeface="Calibri" pitchFamily="34" charset="-122"/>
                <a:cs typeface="Calibri" pitchFamily="34" charset="-120"/>
              </a:rPr>
              <a:t>Instance A → CPU/Mem forecast</a:t>
            </a:r>
            <a:endParaRPr lang="en-US" sz="950"/>
          </a:p>
        </p:txBody>
      </p:sp>
      <p:sp>
        <p:nvSpPr>
          <p:cNvPr id="9" name="Shape 7"/>
          <p:cNvSpPr/>
          <p:nvPr/>
        </p:nvSpPr>
        <p:spPr>
          <a:xfrm>
            <a:off x="347472" y="1956816"/>
            <a:ext cx="2231136" cy="548640"/>
          </a:xfrm>
          <a:prstGeom prst="rect">
            <a:avLst/>
          </a:prstGeom>
          <a:solidFill>
            <a:srgbClr val="FFFFFF"/>
          </a:solidFill>
          <a:ln w="6350">
            <a:solidFill>
              <a:srgbClr val="E2E8F0"/>
            </a:solidFill>
            <a:prstDash val="solid"/>
          </a:ln>
        </p:spPr>
        <p:txBody>
          <a:bodyPr/>
          <a:lstStyle/>
          <a:p>
            <a:endParaRPr lang="en-CA"/>
          </a:p>
        </p:txBody>
      </p:sp>
      <p:sp>
        <p:nvSpPr>
          <p:cNvPr id="10" name="Text 8"/>
          <p:cNvSpPr/>
          <p:nvPr/>
        </p:nvSpPr>
        <p:spPr>
          <a:xfrm>
            <a:off x="411480" y="2048256"/>
            <a:ext cx="2103120" cy="347472"/>
          </a:xfrm>
          <a:prstGeom prst="rect">
            <a:avLst/>
          </a:prstGeom>
          <a:noFill/>
          <a:ln/>
        </p:spPr>
        <p:txBody>
          <a:bodyPr wrap="square" lIns="0" tIns="0" rIns="0" bIns="0" rtlCol="0" anchor="ctr"/>
          <a:lstStyle/>
          <a:p>
            <a:pPr marL="0" indent="0">
              <a:buNone/>
            </a:pPr>
            <a:r>
              <a:rPr lang="en-US" sz="950">
                <a:solidFill>
                  <a:srgbClr val="1E293B"/>
                </a:solidFill>
                <a:latin typeface="Calibri" pitchFamily="34" charset="0"/>
                <a:ea typeface="Calibri" pitchFamily="34" charset="-122"/>
                <a:cs typeface="Calibri" pitchFamily="34" charset="-120"/>
              </a:rPr>
              <a:t>Instance B → CPU/Mem forecast</a:t>
            </a:r>
            <a:endParaRPr lang="en-US" sz="950"/>
          </a:p>
        </p:txBody>
      </p:sp>
      <p:sp>
        <p:nvSpPr>
          <p:cNvPr id="11" name="Shape 9"/>
          <p:cNvSpPr/>
          <p:nvPr/>
        </p:nvSpPr>
        <p:spPr>
          <a:xfrm>
            <a:off x="347472" y="2615184"/>
            <a:ext cx="2231136" cy="548640"/>
          </a:xfrm>
          <a:prstGeom prst="rect">
            <a:avLst/>
          </a:prstGeom>
          <a:solidFill>
            <a:srgbClr val="EFF6FF"/>
          </a:solidFill>
          <a:ln w="6350">
            <a:solidFill>
              <a:srgbClr val="E2E8F0"/>
            </a:solidFill>
            <a:prstDash val="solid"/>
          </a:ln>
        </p:spPr>
        <p:txBody>
          <a:bodyPr/>
          <a:lstStyle/>
          <a:p>
            <a:endParaRPr lang="en-CA"/>
          </a:p>
        </p:txBody>
      </p:sp>
      <p:sp>
        <p:nvSpPr>
          <p:cNvPr id="12" name="Text 10"/>
          <p:cNvSpPr/>
          <p:nvPr/>
        </p:nvSpPr>
        <p:spPr>
          <a:xfrm>
            <a:off x="411480" y="2706624"/>
            <a:ext cx="2103120" cy="347472"/>
          </a:xfrm>
          <a:prstGeom prst="rect">
            <a:avLst/>
          </a:prstGeom>
          <a:noFill/>
          <a:ln/>
        </p:spPr>
        <p:txBody>
          <a:bodyPr wrap="square" lIns="0" tIns="0" rIns="0" bIns="0" rtlCol="0" anchor="ctr"/>
          <a:lstStyle/>
          <a:p>
            <a:pPr marL="0" indent="0">
              <a:buNone/>
            </a:pPr>
            <a:r>
              <a:rPr lang="en-US" sz="950">
                <a:solidFill>
                  <a:srgbClr val="1E293B"/>
                </a:solidFill>
                <a:latin typeface="Calibri" pitchFamily="34" charset="0"/>
                <a:ea typeface="Calibri" pitchFamily="34" charset="-122"/>
                <a:cs typeface="Calibri" pitchFamily="34" charset="-120"/>
              </a:rPr>
              <a:t>Instance C → CPU/Mem forecast</a:t>
            </a:r>
            <a:endParaRPr lang="en-US" sz="950"/>
          </a:p>
        </p:txBody>
      </p:sp>
      <p:sp>
        <p:nvSpPr>
          <p:cNvPr id="13" name="Shape 11"/>
          <p:cNvSpPr/>
          <p:nvPr/>
        </p:nvSpPr>
        <p:spPr>
          <a:xfrm>
            <a:off x="347472" y="3273552"/>
            <a:ext cx="2231136" cy="548640"/>
          </a:xfrm>
          <a:prstGeom prst="rect">
            <a:avLst/>
          </a:prstGeom>
          <a:solidFill>
            <a:srgbClr val="FFFFFF"/>
          </a:solidFill>
          <a:ln w="6350">
            <a:solidFill>
              <a:srgbClr val="E2E8F0"/>
            </a:solidFill>
            <a:prstDash val="solid"/>
          </a:ln>
        </p:spPr>
        <p:txBody>
          <a:bodyPr/>
          <a:lstStyle/>
          <a:p>
            <a:endParaRPr lang="en-CA"/>
          </a:p>
        </p:txBody>
      </p:sp>
      <p:sp>
        <p:nvSpPr>
          <p:cNvPr id="14" name="Text 12"/>
          <p:cNvSpPr/>
          <p:nvPr/>
        </p:nvSpPr>
        <p:spPr>
          <a:xfrm>
            <a:off x="411480" y="3364992"/>
            <a:ext cx="2103120" cy="347472"/>
          </a:xfrm>
          <a:prstGeom prst="rect">
            <a:avLst/>
          </a:prstGeom>
          <a:noFill/>
          <a:ln/>
        </p:spPr>
        <p:txBody>
          <a:bodyPr wrap="square" lIns="0" tIns="0" rIns="0" bIns="0" rtlCol="0" anchor="ctr"/>
          <a:lstStyle/>
          <a:p>
            <a:pPr marL="0" indent="0">
              <a:buNone/>
            </a:pPr>
            <a:r>
              <a:rPr lang="en-US" sz="950">
                <a:solidFill>
                  <a:srgbClr val="1E293B"/>
                </a:solidFill>
                <a:latin typeface="Calibri" pitchFamily="34" charset="0"/>
                <a:ea typeface="Calibri" pitchFamily="34" charset="-122"/>
                <a:cs typeface="Calibri" pitchFamily="34" charset="-120"/>
              </a:rPr>
              <a:t>Instance D → CPU/Mem forecast</a:t>
            </a:r>
            <a:endParaRPr lang="en-US" sz="950"/>
          </a:p>
        </p:txBody>
      </p:sp>
      <p:sp>
        <p:nvSpPr>
          <p:cNvPr id="15" name="Shape 13"/>
          <p:cNvSpPr/>
          <p:nvPr/>
        </p:nvSpPr>
        <p:spPr>
          <a:xfrm>
            <a:off x="2651760" y="2468880"/>
            <a:ext cx="548640" cy="0"/>
          </a:xfrm>
          <a:prstGeom prst="line">
            <a:avLst/>
          </a:prstGeom>
          <a:noFill/>
          <a:ln w="38100">
            <a:solidFill>
              <a:srgbClr val="0D9488"/>
            </a:solidFill>
            <a:prstDash val="solid"/>
          </a:ln>
        </p:spPr>
        <p:txBody>
          <a:bodyPr/>
          <a:lstStyle/>
          <a:p>
            <a:endParaRPr lang="en-CA"/>
          </a:p>
        </p:txBody>
      </p:sp>
      <p:sp>
        <p:nvSpPr>
          <p:cNvPr id="16" name="Text 14"/>
          <p:cNvSpPr/>
          <p:nvPr/>
        </p:nvSpPr>
        <p:spPr>
          <a:xfrm>
            <a:off x="2651760" y="2560320"/>
            <a:ext cx="640080" cy="365760"/>
          </a:xfrm>
          <a:prstGeom prst="rect">
            <a:avLst/>
          </a:prstGeom>
          <a:noFill/>
          <a:ln/>
        </p:spPr>
        <p:txBody>
          <a:bodyPr wrap="square" lIns="0" tIns="0" rIns="0" bIns="0" rtlCol="0" anchor="ctr"/>
          <a:lstStyle/>
          <a:p>
            <a:pPr marL="0" indent="0" algn="ctr">
              <a:buNone/>
            </a:pPr>
            <a:r>
              <a:rPr lang="en-US" sz="800">
                <a:solidFill>
                  <a:srgbClr val="0D9488"/>
                </a:solidFill>
                <a:latin typeface="Calibri" pitchFamily="34" charset="0"/>
                <a:ea typeface="Calibri" pitchFamily="34" charset="-122"/>
                <a:cs typeface="Calibri" pitchFamily="34" charset="-120"/>
              </a:rPr>
              <a:t>aggregate</a:t>
            </a:r>
            <a:endParaRPr lang="en-US" sz="800"/>
          </a:p>
          <a:p>
            <a:pPr marL="0" indent="0" algn="ctr">
              <a:buNone/>
            </a:pPr>
            <a:r>
              <a:rPr lang="en-US" sz="800">
                <a:solidFill>
                  <a:srgbClr val="0D9488"/>
                </a:solidFill>
                <a:latin typeface="Calibri" pitchFamily="34" charset="0"/>
                <a:ea typeface="Calibri" pitchFamily="34" charset="-122"/>
                <a:cs typeface="Calibri" pitchFamily="34" charset="-120"/>
              </a:rPr>
              <a:t>by job</a:t>
            </a:r>
            <a:endParaRPr lang="en-US" sz="800"/>
          </a:p>
        </p:txBody>
      </p:sp>
      <p:sp>
        <p:nvSpPr>
          <p:cNvPr id="17" name="Shape 15"/>
          <p:cNvSpPr/>
          <p:nvPr/>
        </p:nvSpPr>
        <p:spPr>
          <a:xfrm>
            <a:off x="3291840" y="868680"/>
            <a:ext cx="2468880" cy="3200400"/>
          </a:xfrm>
          <a:prstGeom prst="rect">
            <a:avLst/>
          </a:prstGeom>
          <a:solidFill>
            <a:srgbClr val="FFFFFF"/>
          </a:solidFill>
          <a:ln/>
          <a:effectLst>
            <a:outerShdw blurRad="63500" dist="12700" dir="8100000" algn="bl" rotWithShape="0">
              <a:srgbClr val="000000">
                <a:alpha val="8000"/>
              </a:srgbClr>
            </a:outerShdw>
          </a:effectLst>
        </p:spPr>
        <p:txBody>
          <a:bodyPr/>
          <a:lstStyle/>
          <a:p>
            <a:endParaRPr lang="en-CA"/>
          </a:p>
        </p:txBody>
      </p:sp>
      <p:sp>
        <p:nvSpPr>
          <p:cNvPr id="18" name="Shape 16"/>
          <p:cNvSpPr/>
          <p:nvPr/>
        </p:nvSpPr>
        <p:spPr>
          <a:xfrm>
            <a:off x="3291840" y="868680"/>
            <a:ext cx="2468880" cy="347472"/>
          </a:xfrm>
          <a:prstGeom prst="rect">
            <a:avLst/>
          </a:prstGeom>
          <a:solidFill>
            <a:srgbClr val="0D9488"/>
          </a:solidFill>
          <a:ln/>
        </p:spPr>
        <p:txBody>
          <a:bodyPr/>
          <a:lstStyle/>
          <a:p>
            <a:endParaRPr lang="en-CA"/>
          </a:p>
        </p:txBody>
      </p:sp>
      <p:sp>
        <p:nvSpPr>
          <p:cNvPr id="19" name="Text 17"/>
          <p:cNvSpPr/>
          <p:nvPr/>
        </p:nvSpPr>
        <p:spPr>
          <a:xfrm>
            <a:off x="3337560" y="886968"/>
            <a:ext cx="2377440" cy="292608"/>
          </a:xfrm>
          <a:prstGeom prst="rect">
            <a:avLst/>
          </a:prstGeom>
          <a:noFill/>
          <a:ln/>
        </p:spPr>
        <p:txBody>
          <a:bodyPr wrap="square" lIns="0" tIns="0" rIns="0" bIns="0" rtlCol="0" anchor="ctr"/>
          <a:lstStyle/>
          <a:p>
            <a:pPr marL="0" indent="0">
              <a:buNone/>
            </a:pPr>
            <a:r>
              <a:rPr lang="en-US" sz="1100" b="1">
                <a:solidFill>
                  <a:srgbClr val="FFFFFF"/>
                </a:solidFill>
                <a:latin typeface="Calibri" pitchFamily="34" charset="0"/>
                <a:ea typeface="Calibri" pitchFamily="34" charset="-122"/>
                <a:cs typeface="Calibri" pitchFamily="34" charset="-120"/>
              </a:rPr>
              <a:t>Job-Level Footprint</a:t>
            </a:r>
            <a:endParaRPr lang="en-US" sz="1100"/>
          </a:p>
        </p:txBody>
      </p:sp>
      <p:sp>
        <p:nvSpPr>
          <p:cNvPr id="20" name="Shape 18"/>
          <p:cNvSpPr/>
          <p:nvPr/>
        </p:nvSpPr>
        <p:spPr>
          <a:xfrm>
            <a:off x="3364992" y="1298448"/>
            <a:ext cx="2322576" cy="384048"/>
          </a:xfrm>
          <a:prstGeom prst="rect">
            <a:avLst/>
          </a:prstGeom>
          <a:solidFill>
            <a:srgbClr val="F0FDF9"/>
          </a:solidFill>
          <a:ln w="6350">
            <a:solidFill>
              <a:srgbClr val="E2E8F0"/>
            </a:solidFill>
            <a:prstDash val="solid"/>
          </a:ln>
        </p:spPr>
        <p:txBody>
          <a:bodyPr/>
          <a:lstStyle/>
          <a:p>
            <a:endParaRPr lang="en-CA"/>
          </a:p>
        </p:txBody>
      </p:sp>
      <p:sp>
        <p:nvSpPr>
          <p:cNvPr id="21" name="Text 19"/>
          <p:cNvSpPr/>
          <p:nvPr/>
        </p:nvSpPr>
        <p:spPr>
          <a:xfrm>
            <a:off x="3429000" y="1344168"/>
            <a:ext cx="2194560" cy="292608"/>
          </a:xfrm>
          <a:prstGeom prst="rect">
            <a:avLst/>
          </a:prstGeom>
          <a:noFill/>
          <a:ln/>
        </p:spPr>
        <p:txBody>
          <a:bodyPr wrap="square" lIns="0" tIns="0" rIns="0" bIns="0" rtlCol="0" anchor="ctr"/>
          <a:lstStyle/>
          <a:p>
            <a:pPr marL="0" indent="0">
              <a:buNone/>
            </a:pPr>
            <a:r>
              <a:rPr lang="en-US" sz="900" b="1">
                <a:solidFill>
                  <a:srgbClr val="0D9488"/>
                </a:solidFill>
                <a:latin typeface="Calibri" pitchFamily="34" charset="0"/>
                <a:ea typeface="Calibri" pitchFamily="34" charset="-122"/>
                <a:cs typeface="Calibri" pitchFamily="34" charset="-120"/>
              </a:rPr>
              <a:t>→ predicted_avg_cpu</a:t>
            </a:r>
            <a:endParaRPr lang="en-US" sz="900"/>
          </a:p>
        </p:txBody>
      </p:sp>
      <p:sp>
        <p:nvSpPr>
          <p:cNvPr id="22" name="Shape 20"/>
          <p:cNvSpPr/>
          <p:nvPr/>
        </p:nvSpPr>
        <p:spPr>
          <a:xfrm>
            <a:off x="3364992" y="1728216"/>
            <a:ext cx="2322576" cy="384048"/>
          </a:xfrm>
          <a:prstGeom prst="rect">
            <a:avLst/>
          </a:prstGeom>
          <a:solidFill>
            <a:srgbClr val="FFFFFF"/>
          </a:solidFill>
          <a:ln w="6350">
            <a:solidFill>
              <a:srgbClr val="E2E8F0"/>
            </a:solidFill>
            <a:prstDash val="solid"/>
          </a:ln>
        </p:spPr>
        <p:txBody>
          <a:bodyPr/>
          <a:lstStyle/>
          <a:p>
            <a:endParaRPr lang="en-CA"/>
          </a:p>
        </p:txBody>
      </p:sp>
      <p:sp>
        <p:nvSpPr>
          <p:cNvPr id="23" name="Text 21"/>
          <p:cNvSpPr/>
          <p:nvPr/>
        </p:nvSpPr>
        <p:spPr>
          <a:xfrm>
            <a:off x="3429000" y="1773936"/>
            <a:ext cx="2194560" cy="292608"/>
          </a:xfrm>
          <a:prstGeom prst="rect">
            <a:avLst/>
          </a:prstGeom>
          <a:noFill/>
          <a:ln/>
        </p:spPr>
        <p:txBody>
          <a:bodyPr wrap="square" lIns="0" tIns="0" rIns="0" bIns="0" rtlCol="0" anchor="ctr"/>
          <a:lstStyle/>
          <a:p>
            <a:pPr marL="0" indent="0">
              <a:buNone/>
            </a:pPr>
            <a:r>
              <a:rPr lang="en-US" sz="900" b="1">
                <a:solidFill>
                  <a:srgbClr val="0D9488"/>
                </a:solidFill>
                <a:latin typeface="Calibri" pitchFamily="34" charset="0"/>
                <a:ea typeface="Calibri" pitchFamily="34" charset="-122"/>
                <a:cs typeface="Calibri" pitchFamily="34" charset="-120"/>
              </a:rPr>
              <a:t>→ predicted_avg_mem</a:t>
            </a:r>
            <a:endParaRPr lang="en-US" sz="900"/>
          </a:p>
        </p:txBody>
      </p:sp>
      <p:sp>
        <p:nvSpPr>
          <p:cNvPr id="24" name="Shape 22"/>
          <p:cNvSpPr/>
          <p:nvPr/>
        </p:nvSpPr>
        <p:spPr>
          <a:xfrm>
            <a:off x="3364992" y="2157984"/>
            <a:ext cx="2322576" cy="384048"/>
          </a:xfrm>
          <a:prstGeom prst="rect">
            <a:avLst/>
          </a:prstGeom>
          <a:solidFill>
            <a:srgbClr val="F0FDF9"/>
          </a:solidFill>
          <a:ln w="6350">
            <a:solidFill>
              <a:srgbClr val="E2E8F0"/>
            </a:solidFill>
            <a:prstDash val="solid"/>
          </a:ln>
        </p:spPr>
        <p:txBody>
          <a:bodyPr/>
          <a:lstStyle/>
          <a:p>
            <a:endParaRPr lang="en-CA"/>
          </a:p>
        </p:txBody>
      </p:sp>
      <p:sp>
        <p:nvSpPr>
          <p:cNvPr id="25" name="Text 23"/>
          <p:cNvSpPr/>
          <p:nvPr/>
        </p:nvSpPr>
        <p:spPr>
          <a:xfrm>
            <a:off x="3429000" y="2203704"/>
            <a:ext cx="2194560" cy="292608"/>
          </a:xfrm>
          <a:prstGeom prst="rect">
            <a:avLst/>
          </a:prstGeom>
          <a:noFill/>
          <a:ln/>
        </p:spPr>
        <p:txBody>
          <a:bodyPr wrap="square" lIns="0" tIns="0" rIns="0" bIns="0" rtlCol="0" anchor="ctr"/>
          <a:lstStyle/>
          <a:p>
            <a:pPr marL="0" indent="0">
              <a:buNone/>
            </a:pPr>
            <a:r>
              <a:rPr lang="en-US" sz="900" b="1">
                <a:solidFill>
                  <a:srgbClr val="0D9488"/>
                </a:solidFill>
                <a:latin typeface="Calibri" pitchFamily="34" charset="0"/>
                <a:ea typeface="Calibri" pitchFamily="34" charset="-122"/>
                <a:cs typeface="Calibri" pitchFamily="34" charset="-120"/>
              </a:rPr>
              <a:t>→ predicted_peak_cpu</a:t>
            </a:r>
            <a:endParaRPr lang="en-US" sz="900"/>
          </a:p>
        </p:txBody>
      </p:sp>
      <p:sp>
        <p:nvSpPr>
          <p:cNvPr id="26" name="Shape 24"/>
          <p:cNvSpPr/>
          <p:nvPr/>
        </p:nvSpPr>
        <p:spPr>
          <a:xfrm>
            <a:off x="3364992" y="2587752"/>
            <a:ext cx="2322576" cy="384048"/>
          </a:xfrm>
          <a:prstGeom prst="rect">
            <a:avLst/>
          </a:prstGeom>
          <a:solidFill>
            <a:srgbClr val="FFFFFF"/>
          </a:solidFill>
          <a:ln w="6350">
            <a:solidFill>
              <a:srgbClr val="E2E8F0"/>
            </a:solidFill>
            <a:prstDash val="solid"/>
          </a:ln>
        </p:spPr>
        <p:txBody>
          <a:bodyPr/>
          <a:lstStyle/>
          <a:p>
            <a:endParaRPr lang="en-CA"/>
          </a:p>
        </p:txBody>
      </p:sp>
      <p:sp>
        <p:nvSpPr>
          <p:cNvPr id="27" name="Text 25"/>
          <p:cNvSpPr/>
          <p:nvPr/>
        </p:nvSpPr>
        <p:spPr>
          <a:xfrm>
            <a:off x="3429000" y="2633472"/>
            <a:ext cx="2194560" cy="292608"/>
          </a:xfrm>
          <a:prstGeom prst="rect">
            <a:avLst/>
          </a:prstGeom>
          <a:noFill/>
          <a:ln/>
        </p:spPr>
        <p:txBody>
          <a:bodyPr wrap="square" lIns="0" tIns="0" rIns="0" bIns="0" rtlCol="0" anchor="ctr"/>
          <a:lstStyle/>
          <a:p>
            <a:pPr marL="0" indent="0">
              <a:buNone/>
            </a:pPr>
            <a:r>
              <a:rPr lang="en-US" sz="900" b="1">
                <a:solidFill>
                  <a:srgbClr val="0D9488"/>
                </a:solidFill>
                <a:latin typeface="Calibri" pitchFamily="34" charset="0"/>
                <a:ea typeface="Calibri" pitchFamily="34" charset="-122"/>
                <a:cs typeface="Calibri" pitchFamily="34" charset="-120"/>
              </a:rPr>
              <a:t>→ predicted_peak_mem</a:t>
            </a:r>
            <a:endParaRPr lang="en-US" sz="900"/>
          </a:p>
        </p:txBody>
      </p:sp>
      <p:sp>
        <p:nvSpPr>
          <p:cNvPr id="28" name="Shape 26"/>
          <p:cNvSpPr/>
          <p:nvPr/>
        </p:nvSpPr>
        <p:spPr>
          <a:xfrm>
            <a:off x="3364992" y="3017520"/>
            <a:ext cx="2322576" cy="384048"/>
          </a:xfrm>
          <a:prstGeom prst="rect">
            <a:avLst/>
          </a:prstGeom>
          <a:solidFill>
            <a:srgbClr val="F0FDF9"/>
          </a:solidFill>
          <a:ln w="6350">
            <a:solidFill>
              <a:srgbClr val="E2E8F0"/>
            </a:solidFill>
            <a:prstDash val="solid"/>
          </a:ln>
        </p:spPr>
        <p:txBody>
          <a:bodyPr/>
          <a:lstStyle/>
          <a:p>
            <a:endParaRPr lang="en-CA"/>
          </a:p>
        </p:txBody>
      </p:sp>
      <p:sp>
        <p:nvSpPr>
          <p:cNvPr id="29" name="Text 27"/>
          <p:cNvSpPr/>
          <p:nvPr/>
        </p:nvSpPr>
        <p:spPr>
          <a:xfrm>
            <a:off x="3429000" y="3063240"/>
            <a:ext cx="2194560" cy="292608"/>
          </a:xfrm>
          <a:prstGeom prst="rect">
            <a:avLst/>
          </a:prstGeom>
          <a:noFill/>
          <a:ln/>
        </p:spPr>
        <p:txBody>
          <a:bodyPr wrap="square" lIns="0" tIns="0" rIns="0" bIns="0" rtlCol="0" anchor="ctr"/>
          <a:lstStyle/>
          <a:p>
            <a:pPr marL="0" indent="0">
              <a:buNone/>
            </a:pPr>
            <a:r>
              <a:rPr lang="en-US" sz="900" b="1">
                <a:solidFill>
                  <a:srgbClr val="0D9488"/>
                </a:solidFill>
                <a:latin typeface="Calibri" pitchFamily="34" charset="0"/>
                <a:ea typeface="Calibri" pitchFamily="34" charset="-122"/>
                <a:cs typeface="Calibri" pitchFamily="34" charset="-120"/>
              </a:rPr>
              <a:t>→ predicted_p90_cpu</a:t>
            </a:r>
            <a:endParaRPr lang="en-US" sz="900"/>
          </a:p>
        </p:txBody>
      </p:sp>
      <p:sp>
        <p:nvSpPr>
          <p:cNvPr id="30" name="Shape 28"/>
          <p:cNvSpPr/>
          <p:nvPr/>
        </p:nvSpPr>
        <p:spPr>
          <a:xfrm>
            <a:off x="3364992" y="3447288"/>
            <a:ext cx="2322576" cy="384048"/>
          </a:xfrm>
          <a:prstGeom prst="rect">
            <a:avLst/>
          </a:prstGeom>
          <a:solidFill>
            <a:srgbClr val="FFFFFF"/>
          </a:solidFill>
          <a:ln w="6350">
            <a:solidFill>
              <a:srgbClr val="E2E8F0"/>
            </a:solidFill>
            <a:prstDash val="solid"/>
          </a:ln>
        </p:spPr>
        <p:txBody>
          <a:bodyPr/>
          <a:lstStyle/>
          <a:p>
            <a:endParaRPr lang="en-CA"/>
          </a:p>
        </p:txBody>
      </p:sp>
      <p:sp>
        <p:nvSpPr>
          <p:cNvPr id="31" name="Text 29"/>
          <p:cNvSpPr/>
          <p:nvPr/>
        </p:nvSpPr>
        <p:spPr>
          <a:xfrm>
            <a:off x="3429000" y="3493008"/>
            <a:ext cx="2194560" cy="292608"/>
          </a:xfrm>
          <a:prstGeom prst="rect">
            <a:avLst/>
          </a:prstGeom>
          <a:noFill/>
          <a:ln/>
        </p:spPr>
        <p:txBody>
          <a:bodyPr wrap="square" lIns="0" tIns="0" rIns="0" bIns="0" rtlCol="0" anchor="ctr"/>
          <a:lstStyle/>
          <a:p>
            <a:pPr marL="0" indent="0">
              <a:buNone/>
            </a:pPr>
            <a:r>
              <a:rPr lang="en-US" sz="900" b="1">
                <a:solidFill>
                  <a:srgbClr val="0D9488"/>
                </a:solidFill>
                <a:latin typeface="Calibri" pitchFamily="34" charset="0"/>
                <a:ea typeface="Calibri" pitchFamily="34" charset="-122"/>
                <a:cs typeface="Calibri" pitchFamily="34" charset="-120"/>
              </a:rPr>
              <a:t>→ predicted_p95_mem</a:t>
            </a:r>
            <a:endParaRPr lang="en-US" sz="900"/>
          </a:p>
        </p:txBody>
      </p:sp>
      <p:sp>
        <p:nvSpPr>
          <p:cNvPr id="32" name="Shape 30"/>
          <p:cNvSpPr/>
          <p:nvPr/>
        </p:nvSpPr>
        <p:spPr>
          <a:xfrm>
            <a:off x="5760720" y="2468880"/>
            <a:ext cx="548640" cy="0"/>
          </a:xfrm>
          <a:prstGeom prst="line">
            <a:avLst/>
          </a:prstGeom>
          <a:noFill/>
          <a:ln w="38100">
            <a:solidFill>
              <a:srgbClr val="0A1628"/>
            </a:solidFill>
            <a:prstDash val="solid"/>
          </a:ln>
        </p:spPr>
        <p:txBody>
          <a:bodyPr/>
          <a:lstStyle/>
          <a:p>
            <a:endParaRPr lang="en-CA"/>
          </a:p>
        </p:txBody>
      </p:sp>
      <p:sp>
        <p:nvSpPr>
          <p:cNvPr id="33" name="Shape 31"/>
          <p:cNvSpPr/>
          <p:nvPr/>
        </p:nvSpPr>
        <p:spPr>
          <a:xfrm>
            <a:off x="6309360" y="868680"/>
            <a:ext cx="2560320" cy="3200400"/>
          </a:xfrm>
          <a:prstGeom prst="rect">
            <a:avLst/>
          </a:prstGeom>
          <a:solidFill>
            <a:srgbClr val="0A1628"/>
          </a:solidFill>
          <a:ln/>
          <a:effectLst>
            <a:outerShdw blurRad="63500" dist="12700" dir="8100000" algn="bl" rotWithShape="0">
              <a:srgbClr val="000000">
                <a:alpha val="10000"/>
              </a:srgbClr>
            </a:outerShdw>
          </a:effectLst>
        </p:spPr>
        <p:txBody>
          <a:bodyPr/>
          <a:lstStyle/>
          <a:p>
            <a:endParaRPr lang="en-CA"/>
          </a:p>
        </p:txBody>
      </p:sp>
      <p:sp>
        <p:nvSpPr>
          <p:cNvPr id="34" name="Text 32"/>
          <p:cNvSpPr/>
          <p:nvPr/>
        </p:nvSpPr>
        <p:spPr>
          <a:xfrm>
            <a:off x="6355080" y="1005840"/>
            <a:ext cx="2468880" cy="411480"/>
          </a:xfrm>
          <a:prstGeom prst="rect">
            <a:avLst/>
          </a:prstGeom>
          <a:noFill/>
          <a:ln/>
        </p:spPr>
        <p:txBody>
          <a:bodyPr wrap="square" lIns="0" tIns="0" rIns="0" bIns="0" rtlCol="0" anchor="ctr"/>
          <a:lstStyle/>
          <a:p>
            <a:pPr marL="0" indent="0" algn="ctr">
              <a:buNone/>
            </a:pPr>
            <a:r>
              <a:rPr lang="en-US" sz="1200" b="1">
                <a:solidFill>
                  <a:srgbClr val="5EEAD4"/>
                </a:solidFill>
                <a:latin typeface="Calibri" pitchFamily="34" charset="0"/>
                <a:ea typeface="Calibri" pitchFamily="34" charset="-122"/>
                <a:cs typeface="Calibri" pitchFamily="34" charset="-120"/>
              </a:rPr>
              <a:t>Optimization Scheduler</a:t>
            </a:r>
            <a:endParaRPr lang="en-US" sz="1200"/>
          </a:p>
        </p:txBody>
      </p:sp>
      <p:sp>
        <p:nvSpPr>
          <p:cNvPr id="35" name="Text 33"/>
          <p:cNvSpPr/>
          <p:nvPr/>
        </p:nvSpPr>
        <p:spPr>
          <a:xfrm>
            <a:off x="6400800" y="1508760"/>
            <a:ext cx="2377440" cy="457200"/>
          </a:xfrm>
          <a:prstGeom prst="rect">
            <a:avLst/>
          </a:prstGeom>
          <a:noFill/>
          <a:ln/>
        </p:spPr>
        <p:txBody>
          <a:bodyPr wrap="square" lIns="0" tIns="0" rIns="0" bIns="0" rtlCol="0" anchor="ctr"/>
          <a:lstStyle/>
          <a:p>
            <a:pPr marL="0" indent="0">
              <a:buNone/>
            </a:pPr>
            <a:r>
              <a:rPr lang="en-US" sz="1000">
                <a:solidFill>
                  <a:srgbClr val="FFFFFF"/>
                </a:solidFill>
                <a:latin typeface="Calibri" pitchFamily="34" charset="0"/>
                <a:ea typeface="Calibri" pitchFamily="34" charset="-122"/>
                <a:cs typeface="Calibri" pitchFamily="34" charset="-120"/>
              </a:rPr>
              <a:t>✓ Smart resource allocation</a:t>
            </a:r>
            <a:endParaRPr lang="en-US" sz="1000"/>
          </a:p>
        </p:txBody>
      </p:sp>
      <p:sp>
        <p:nvSpPr>
          <p:cNvPr id="36" name="Text 34"/>
          <p:cNvSpPr/>
          <p:nvPr/>
        </p:nvSpPr>
        <p:spPr>
          <a:xfrm>
            <a:off x="6400800" y="2057400"/>
            <a:ext cx="2377440" cy="457200"/>
          </a:xfrm>
          <a:prstGeom prst="rect">
            <a:avLst/>
          </a:prstGeom>
          <a:noFill/>
          <a:ln/>
        </p:spPr>
        <p:txBody>
          <a:bodyPr wrap="square" lIns="0" tIns="0" rIns="0" bIns="0" rtlCol="0" anchor="ctr"/>
          <a:lstStyle/>
          <a:p>
            <a:pPr marL="0" indent="0">
              <a:buNone/>
            </a:pPr>
            <a:r>
              <a:rPr lang="en-US" sz="1000">
                <a:solidFill>
                  <a:srgbClr val="FFFFFF"/>
                </a:solidFill>
                <a:latin typeface="Calibri" pitchFamily="34" charset="0"/>
                <a:ea typeface="Calibri" pitchFamily="34" charset="-122"/>
                <a:cs typeface="Calibri" pitchFamily="34" charset="-120"/>
              </a:rPr>
              <a:t>✓ Safe memory overcommitment</a:t>
            </a:r>
            <a:endParaRPr lang="en-US" sz="1000"/>
          </a:p>
        </p:txBody>
      </p:sp>
      <p:sp>
        <p:nvSpPr>
          <p:cNvPr id="37" name="Text 35"/>
          <p:cNvSpPr/>
          <p:nvPr/>
        </p:nvSpPr>
        <p:spPr>
          <a:xfrm>
            <a:off x="6400800" y="2606040"/>
            <a:ext cx="2377440" cy="457200"/>
          </a:xfrm>
          <a:prstGeom prst="rect">
            <a:avLst/>
          </a:prstGeom>
          <a:noFill/>
          <a:ln/>
        </p:spPr>
        <p:txBody>
          <a:bodyPr wrap="square" lIns="0" tIns="0" rIns="0" bIns="0" rtlCol="0" anchor="ctr"/>
          <a:lstStyle/>
          <a:p>
            <a:pPr marL="0" indent="0">
              <a:buNone/>
            </a:pPr>
            <a:r>
              <a:rPr lang="en-US" sz="1000">
                <a:solidFill>
                  <a:srgbClr val="FFFFFF"/>
                </a:solidFill>
                <a:latin typeface="Calibri" pitchFamily="34" charset="0"/>
                <a:ea typeface="Calibri" pitchFamily="34" charset="-122"/>
                <a:cs typeface="Calibri" pitchFamily="34" charset="-120"/>
              </a:rPr>
              <a:t>✓ SLA-aware scheduling</a:t>
            </a:r>
            <a:endParaRPr lang="en-US" sz="1000"/>
          </a:p>
        </p:txBody>
      </p:sp>
      <p:sp>
        <p:nvSpPr>
          <p:cNvPr id="38" name="Text 36"/>
          <p:cNvSpPr/>
          <p:nvPr/>
        </p:nvSpPr>
        <p:spPr>
          <a:xfrm>
            <a:off x="6400800" y="3154680"/>
            <a:ext cx="2377440" cy="457200"/>
          </a:xfrm>
          <a:prstGeom prst="rect">
            <a:avLst/>
          </a:prstGeom>
          <a:noFill/>
          <a:ln/>
        </p:spPr>
        <p:txBody>
          <a:bodyPr wrap="square" lIns="0" tIns="0" rIns="0" bIns="0" rtlCol="0" anchor="ctr"/>
          <a:lstStyle/>
          <a:p>
            <a:pPr marL="0" indent="0">
              <a:buNone/>
            </a:pPr>
            <a:r>
              <a:rPr lang="en-US" sz="1000">
                <a:solidFill>
                  <a:srgbClr val="FFFFFF"/>
                </a:solidFill>
                <a:latin typeface="Calibri" pitchFamily="34" charset="0"/>
                <a:ea typeface="Calibri" pitchFamily="34" charset="-122"/>
                <a:cs typeface="Calibri" pitchFamily="34" charset="-120"/>
              </a:rPr>
              <a:t>✓ Proactive scaling decisions</a:t>
            </a:r>
            <a:endParaRPr lang="en-US" sz="1000"/>
          </a:p>
        </p:txBody>
      </p:sp>
      <p:sp>
        <p:nvSpPr>
          <p:cNvPr id="39" name="Shape 37"/>
          <p:cNvSpPr/>
          <p:nvPr/>
        </p:nvSpPr>
        <p:spPr>
          <a:xfrm>
            <a:off x="274320" y="4206240"/>
            <a:ext cx="8595360" cy="640080"/>
          </a:xfrm>
          <a:prstGeom prst="rect">
            <a:avLst/>
          </a:prstGeom>
          <a:solidFill>
            <a:srgbClr val="F0F6FF"/>
          </a:solidFill>
          <a:ln w="6350">
            <a:solidFill>
              <a:srgbClr val="CBD5E1"/>
            </a:solidFill>
            <a:prstDash val="solid"/>
          </a:ln>
        </p:spPr>
        <p:txBody>
          <a:bodyPr/>
          <a:lstStyle/>
          <a:p>
            <a:endParaRPr lang="en-CA"/>
          </a:p>
        </p:txBody>
      </p:sp>
      <p:sp>
        <p:nvSpPr>
          <p:cNvPr id="40" name="Text 38"/>
          <p:cNvSpPr/>
          <p:nvPr/>
        </p:nvSpPr>
        <p:spPr>
          <a:xfrm>
            <a:off x="411480" y="4279392"/>
            <a:ext cx="8321040" cy="457200"/>
          </a:xfrm>
          <a:prstGeom prst="rect">
            <a:avLst/>
          </a:prstGeom>
          <a:noFill/>
          <a:ln/>
        </p:spPr>
        <p:txBody>
          <a:bodyPr wrap="square" lIns="0" tIns="0" rIns="0" bIns="0" rtlCol="0" anchor="ctr"/>
          <a:lstStyle/>
          <a:p>
            <a:pPr marL="0" indent="0">
              <a:buNone/>
            </a:pPr>
            <a:r>
              <a:rPr lang="en-US" sz="900">
                <a:solidFill>
                  <a:srgbClr val="64748B"/>
                </a:solidFill>
                <a:latin typeface="Calibri" pitchFamily="34" charset="0"/>
                <a:ea typeface="Calibri" pitchFamily="34" charset="-122"/>
                <a:cs typeface="Calibri" pitchFamily="34" charset="-120"/>
              </a:rPr>
              <a:t>Output file: optimizer_lstm_predictions.csv  |  Grouped by: collection_id + target_start_time  |  References: Borg (2015), Dominant Resource Fairness, Heracles</a:t>
            </a:r>
            <a:endParaRPr lang="en-US" sz="9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A1628"/>
          </a:solidFill>
          <a:ln/>
        </p:spPr>
        <p:txBody>
          <a:bodyPr/>
          <a:lstStyle/>
          <a:p>
            <a:endParaRPr lang="en-CA"/>
          </a:p>
        </p:txBody>
      </p:sp>
      <p:sp>
        <p:nvSpPr>
          <p:cNvPr id="3" name="Text 1"/>
          <p:cNvSpPr/>
          <p:nvPr/>
        </p:nvSpPr>
        <p:spPr>
          <a:xfrm>
            <a:off x="365760" y="91440"/>
            <a:ext cx="8412480" cy="594360"/>
          </a:xfrm>
          <a:prstGeom prst="rect">
            <a:avLst/>
          </a:prstGeom>
          <a:noFill/>
          <a:ln/>
        </p:spPr>
        <p:txBody>
          <a:bodyPr wrap="square" lIns="0" tIns="0" rIns="0" bIns="0" rtlCol="0" anchor="ctr"/>
          <a:lstStyle/>
          <a:p>
            <a:pPr marL="0" indent="0">
              <a:buNone/>
            </a:pPr>
            <a:r>
              <a:rPr lang="en-US" sz="2200" b="1">
                <a:solidFill>
                  <a:srgbClr val="FFFFFF"/>
                </a:solidFill>
                <a:latin typeface="Calibri" pitchFamily="34" charset="0"/>
                <a:ea typeface="Calibri" pitchFamily="34" charset="-122"/>
                <a:cs typeface="Calibri" pitchFamily="34" charset="-120"/>
              </a:rPr>
              <a:t>Optimizer-Ready Output Formulas &amp; Job-Level Footprints</a:t>
            </a:r>
            <a:endParaRPr lang="en-US" sz="2200"/>
          </a:p>
        </p:txBody>
      </p:sp>
      <p:sp>
        <p:nvSpPr>
          <p:cNvPr id="4" name="Shape 2"/>
          <p:cNvSpPr/>
          <p:nvPr/>
        </p:nvSpPr>
        <p:spPr>
          <a:xfrm>
            <a:off x="274320" y="868680"/>
            <a:ext cx="4069080" cy="39776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CA"/>
          </a:p>
        </p:txBody>
      </p:sp>
      <p:sp>
        <p:nvSpPr>
          <p:cNvPr id="5" name="Shape 3"/>
          <p:cNvSpPr/>
          <p:nvPr/>
        </p:nvSpPr>
        <p:spPr>
          <a:xfrm>
            <a:off x="274320" y="868680"/>
            <a:ext cx="4069080" cy="347472"/>
          </a:xfrm>
          <a:prstGeom prst="rect">
            <a:avLst/>
          </a:prstGeom>
          <a:solidFill>
            <a:srgbClr val="0D4F8B"/>
          </a:solidFill>
          <a:ln/>
        </p:spPr>
        <p:txBody>
          <a:bodyPr/>
          <a:lstStyle/>
          <a:p>
            <a:endParaRPr lang="en-CA"/>
          </a:p>
        </p:txBody>
      </p:sp>
      <p:sp>
        <p:nvSpPr>
          <p:cNvPr id="6" name="Text 4"/>
          <p:cNvSpPr/>
          <p:nvPr/>
        </p:nvSpPr>
        <p:spPr>
          <a:xfrm>
            <a:off x="384048" y="896112"/>
            <a:ext cx="3840480" cy="274320"/>
          </a:xfrm>
          <a:prstGeom prst="rect">
            <a:avLst/>
          </a:prstGeom>
          <a:noFill/>
          <a:ln/>
        </p:spPr>
        <p:txBody>
          <a:bodyPr wrap="square" lIns="0" tIns="0" rIns="0" bIns="0" rtlCol="0" anchor="ctr"/>
          <a:lstStyle/>
          <a:p>
            <a:pPr marL="0" indent="0">
              <a:buNone/>
            </a:pPr>
            <a:r>
              <a:rPr lang="en-US" sz="1150" b="1">
                <a:solidFill>
                  <a:srgbClr val="FFFFFF"/>
                </a:solidFill>
                <a:latin typeface="Calibri" pitchFamily="34" charset="0"/>
                <a:ea typeface="Calibri" pitchFamily="34" charset="-122"/>
                <a:cs typeface="Calibri" pitchFamily="34" charset="-120"/>
              </a:rPr>
              <a:t>1. Instance-Level Summary from 6-Step Forecast</a:t>
            </a:r>
            <a:endParaRPr lang="en-US" sz="1150"/>
          </a:p>
        </p:txBody>
      </p:sp>
      <p:sp>
        <p:nvSpPr>
          <p:cNvPr id="7" name="Text 5"/>
          <p:cNvSpPr/>
          <p:nvPr/>
        </p:nvSpPr>
        <p:spPr>
          <a:xfrm>
            <a:off x="411480" y="1307592"/>
            <a:ext cx="3749040" cy="256032"/>
          </a:xfrm>
          <a:prstGeom prst="rect">
            <a:avLst/>
          </a:prstGeom>
          <a:noFill/>
          <a:ln/>
        </p:spPr>
        <p:txBody>
          <a:bodyPr wrap="square" lIns="0" tIns="0" rIns="0" bIns="0" rtlCol="0" anchor="ctr"/>
          <a:lstStyle/>
          <a:p>
            <a:pPr marL="0" indent="0">
              <a:buNone/>
            </a:pPr>
            <a:r>
              <a:rPr lang="en-US" sz="920">
                <a:solidFill>
                  <a:srgbClr val="1E293B"/>
                </a:solidFill>
                <a:latin typeface="Calibri" pitchFamily="34" charset="0"/>
                <a:ea typeface="Calibri" pitchFamily="34" charset="-122"/>
                <a:cs typeface="Calibri" pitchFamily="34" charset="-120"/>
              </a:rPr>
              <a:t>For each instance, LSTM predicts: t+5, t+10, t+15, t+20, t+25, t+30</a:t>
            </a:r>
            <a:endParaRPr lang="en-US" sz="920"/>
          </a:p>
        </p:txBody>
      </p:sp>
      <p:sp>
        <p:nvSpPr>
          <p:cNvPr id="8" name="Shape 6"/>
          <p:cNvSpPr/>
          <p:nvPr/>
        </p:nvSpPr>
        <p:spPr>
          <a:xfrm>
            <a:off x="411480" y="1691640"/>
            <a:ext cx="3703320" cy="283464"/>
          </a:xfrm>
          <a:prstGeom prst="rect">
            <a:avLst/>
          </a:prstGeom>
          <a:solidFill>
            <a:srgbClr val="F8FAFF"/>
          </a:solidFill>
          <a:ln w="5080">
            <a:solidFill>
              <a:srgbClr val="E2E8F0"/>
            </a:solidFill>
            <a:prstDash val="solid"/>
          </a:ln>
        </p:spPr>
        <p:txBody>
          <a:bodyPr/>
          <a:lstStyle/>
          <a:p>
            <a:endParaRPr lang="en-CA"/>
          </a:p>
        </p:txBody>
      </p:sp>
      <p:sp>
        <p:nvSpPr>
          <p:cNvPr id="9" name="Text 7"/>
          <p:cNvSpPr/>
          <p:nvPr/>
        </p:nvSpPr>
        <p:spPr>
          <a:xfrm>
            <a:off x="502920" y="1732788"/>
            <a:ext cx="1508760" cy="201168"/>
          </a:xfrm>
          <a:prstGeom prst="rect">
            <a:avLst/>
          </a:prstGeom>
          <a:noFill/>
          <a:ln/>
        </p:spPr>
        <p:txBody>
          <a:bodyPr wrap="square" lIns="0" tIns="0" rIns="0" bIns="0" rtlCol="0" anchor="ctr"/>
          <a:lstStyle/>
          <a:p>
            <a:pPr marL="0" indent="0">
              <a:buNone/>
            </a:pPr>
            <a:r>
              <a:rPr lang="en-US" sz="780" b="1">
                <a:solidFill>
                  <a:srgbClr val="0D4F8B"/>
                </a:solidFill>
                <a:latin typeface="Calibri" pitchFamily="34" charset="0"/>
                <a:ea typeface="Calibri" pitchFamily="34" charset="-122"/>
                <a:cs typeface="Calibri" pitchFamily="34" charset="-120"/>
              </a:rPr>
              <a:t>predicted_avg_cpu</a:t>
            </a:r>
            <a:endParaRPr lang="en-US" sz="780"/>
          </a:p>
        </p:txBody>
      </p:sp>
      <p:sp>
        <p:nvSpPr>
          <p:cNvPr id="10" name="Text 8"/>
          <p:cNvSpPr/>
          <p:nvPr/>
        </p:nvSpPr>
        <p:spPr>
          <a:xfrm>
            <a:off x="1965960" y="1732788"/>
            <a:ext cx="2057400" cy="201168"/>
          </a:xfrm>
          <a:prstGeom prst="rect">
            <a:avLst/>
          </a:prstGeom>
          <a:noFill/>
          <a:ln/>
        </p:spPr>
        <p:txBody>
          <a:bodyPr wrap="square" lIns="0" tIns="0" rIns="0" bIns="0" rtlCol="0" anchor="ctr"/>
          <a:lstStyle/>
          <a:p>
            <a:pPr marL="0" indent="0">
              <a:buNone/>
            </a:pPr>
            <a:r>
              <a:rPr lang="en-US" sz="780">
                <a:solidFill>
                  <a:srgbClr val="1E293B"/>
                </a:solidFill>
                <a:latin typeface="Calibri" pitchFamily="34" charset="0"/>
                <a:ea typeface="Calibri" pitchFamily="34" charset="-122"/>
                <a:cs typeface="Calibri" pitchFamily="34" charset="-120"/>
              </a:rPr>
              <a:t>= mean(predicted_cpu_6_steps)</a:t>
            </a:r>
            <a:endParaRPr lang="en-US" sz="780"/>
          </a:p>
        </p:txBody>
      </p:sp>
      <p:sp>
        <p:nvSpPr>
          <p:cNvPr id="11" name="Shape 9"/>
          <p:cNvSpPr/>
          <p:nvPr/>
        </p:nvSpPr>
        <p:spPr>
          <a:xfrm>
            <a:off x="411480" y="2020824"/>
            <a:ext cx="3703320" cy="283464"/>
          </a:xfrm>
          <a:prstGeom prst="rect">
            <a:avLst/>
          </a:prstGeom>
          <a:solidFill>
            <a:srgbClr val="FFFFFF"/>
          </a:solidFill>
          <a:ln w="5080">
            <a:solidFill>
              <a:srgbClr val="E2E8F0"/>
            </a:solidFill>
            <a:prstDash val="solid"/>
          </a:ln>
        </p:spPr>
        <p:txBody>
          <a:bodyPr/>
          <a:lstStyle/>
          <a:p>
            <a:endParaRPr lang="en-CA"/>
          </a:p>
        </p:txBody>
      </p:sp>
      <p:sp>
        <p:nvSpPr>
          <p:cNvPr id="12" name="Text 10"/>
          <p:cNvSpPr/>
          <p:nvPr/>
        </p:nvSpPr>
        <p:spPr>
          <a:xfrm>
            <a:off x="502920" y="2061972"/>
            <a:ext cx="1508760" cy="201168"/>
          </a:xfrm>
          <a:prstGeom prst="rect">
            <a:avLst/>
          </a:prstGeom>
          <a:noFill/>
          <a:ln/>
        </p:spPr>
        <p:txBody>
          <a:bodyPr wrap="square" lIns="0" tIns="0" rIns="0" bIns="0" rtlCol="0" anchor="ctr"/>
          <a:lstStyle/>
          <a:p>
            <a:pPr marL="0" indent="0">
              <a:buNone/>
            </a:pPr>
            <a:r>
              <a:rPr lang="en-US" sz="780" b="1">
                <a:solidFill>
                  <a:srgbClr val="0D4F8B"/>
                </a:solidFill>
                <a:latin typeface="Calibri" pitchFamily="34" charset="0"/>
                <a:ea typeface="Calibri" pitchFamily="34" charset="-122"/>
                <a:cs typeface="Calibri" pitchFamily="34" charset="-120"/>
              </a:rPr>
              <a:t>predicted_peak_cpu</a:t>
            </a:r>
            <a:endParaRPr lang="en-US" sz="780"/>
          </a:p>
        </p:txBody>
      </p:sp>
      <p:sp>
        <p:nvSpPr>
          <p:cNvPr id="13" name="Text 11"/>
          <p:cNvSpPr/>
          <p:nvPr/>
        </p:nvSpPr>
        <p:spPr>
          <a:xfrm>
            <a:off x="1965960" y="2061972"/>
            <a:ext cx="2057400" cy="201168"/>
          </a:xfrm>
          <a:prstGeom prst="rect">
            <a:avLst/>
          </a:prstGeom>
          <a:noFill/>
          <a:ln/>
        </p:spPr>
        <p:txBody>
          <a:bodyPr wrap="square" lIns="0" tIns="0" rIns="0" bIns="0" rtlCol="0" anchor="ctr"/>
          <a:lstStyle/>
          <a:p>
            <a:pPr marL="0" indent="0">
              <a:buNone/>
            </a:pPr>
            <a:r>
              <a:rPr lang="en-US" sz="780">
                <a:solidFill>
                  <a:srgbClr val="1E293B"/>
                </a:solidFill>
                <a:latin typeface="Calibri" pitchFamily="34" charset="0"/>
                <a:ea typeface="Calibri" pitchFamily="34" charset="-122"/>
                <a:cs typeface="Calibri" pitchFamily="34" charset="-120"/>
              </a:rPr>
              <a:t>= max(predicted_cpu_6_steps)</a:t>
            </a:r>
            <a:endParaRPr lang="en-US" sz="780"/>
          </a:p>
        </p:txBody>
      </p:sp>
      <p:sp>
        <p:nvSpPr>
          <p:cNvPr id="14" name="Shape 12"/>
          <p:cNvSpPr/>
          <p:nvPr/>
        </p:nvSpPr>
        <p:spPr>
          <a:xfrm>
            <a:off x="411480" y="2350008"/>
            <a:ext cx="3703320" cy="283464"/>
          </a:xfrm>
          <a:prstGeom prst="rect">
            <a:avLst/>
          </a:prstGeom>
          <a:solidFill>
            <a:srgbClr val="F8FAFF"/>
          </a:solidFill>
          <a:ln w="5080">
            <a:solidFill>
              <a:srgbClr val="E2E8F0"/>
            </a:solidFill>
            <a:prstDash val="solid"/>
          </a:ln>
        </p:spPr>
        <p:txBody>
          <a:bodyPr/>
          <a:lstStyle/>
          <a:p>
            <a:endParaRPr lang="en-CA"/>
          </a:p>
        </p:txBody>
      </p:sp>
      <p:sp>
        <p:nvSpPr>
          <p:cNvPr id="15" name="Text 13"/>
          <p:cNvSpPr/>
          <p:nvPr/>
        </p:nvSpPr>
        <p:spPr>
          <a:xfrm>
            <a:off x="502920" y="2391156"/>
            <a:ext cx="1508760" cy="201168"/>
          </a:xfrm>
          <a:prstGeom prst="rect">
            <a:avLst/>
          </a:prstGeom>
          <a:noFill/>
          <a:ln/>
        </p:spPr>
        <p:txBody>
          <a:bodyPr wrap="square" lIns="0" tIns="0" rIns="0" bIns="0" rtlCol="0" anchor="ctr"/>
          <a:lstStyle/>
          <a:p>
            <a:pPr marL="0" indent="0">
              <a:buNone/>
            </a:pPr>
            <a:r>
              <a:rPr lang="en-US" sz="780" b="1">
                <a:solidFill>
                  <a:srgbClr val="0D4F8B"/>
                </a:solidFill>
                <a:latin typeface="Calibri" pitchFamily="34" charset="0"/>
                <a:ea typeface="Calibri" pitchFamily="34" charset="-122"/>
                <a:cs typeface="Calibri" pitchFamily="34" charset="-120"/>
              </a:rPr>
              <a:t>predicted_p90_cpu</a:t>
            </a:r>
            <a:endParaRPr lang="en-US" sz="780"/>
          </a:p>
        </p:txBody>
      </p:sp>
      <p:sp>
        <p:nvSpPr>
          <p:cNvPr id="16" name="Text 14"/>
          <p:cNvSpPr/>
          <p:nvPr/>
        </p:nvSpPr>
        <p:spPr>
          <a:xfrm>
            <a:off x="1965960" y="2391156"/>
            <a:ext cx="2057400" cy="201168"/>
          </a:xfrm>
          <a:prstGeom prst="rect">
            <a:avLst/>
          </a:prstGeom>
          <a:noFill/>
          <a:ln/>
        </p:spPr>
        <p:txBody>
          <a:bodyPr wrap="square" lIns="0" tIns="0" rIns="0" bIns="0" rtlCol="0" anchor="ctr"/>
          <a:lstStyle/>
          <a:p>
            <a:pPr marL="0" indent="0">
              <a:buNone/>
            </a:pPr>
            <a:r>
              <a:rPr lang="en-US" sz="780">
                <a:solidFill>
                  <a:srgbClr val="1E293B"/>
                </a:solidFill>
                <a:latin typeface="Calibri" pitchFamily="34" charset="0"/>
                <a:ea typeface="Calibri" pitchFamily="34" charset="-122"/>
                <a:cs typeface="Calibri" pitchFamily="34" charset="-120"/>
              </a:rPr>
              <a:t>= 90th percentile(predicted_cpu_6_steps)</a:t>
            </a:r>
            <a:endParaRPr lang="en-US" sz="780"/>
          </a:p>
        </p:txBody>
      </p:sp>
      <p:sp>
        <p:nvSpPr>
          <p:cNvPr id="17" name="Shape 15"/>
          <p:cNvSpPr/>
          <p:nvPr/>
        </p:nvSpPr>
        <p:spPr>
          <a:xfrm>
            <a:off x="411480" y="2679192"/>
            <a:ext cx="3703320" cy="283464"/>
          </a:xfrm>
          <a:prstGeom prst="rect">
            <a:avLst/>
          </a:prstGeom>
          <a:solidFill>
            <a:srgbClr val="FFFFFF"/>
          </a:solidFill>
          <a:ln w="5080">
            <a:solidFill>
              <a:srgbClr val="E2E8F0"/>
            </a:solidFill>
            <a:prstDash val="solid"/>
          </a:ln>
        </p:spPr>
        <p:txBody>
          <a:bodyPr/>
          <a:lstStyle/>
          <a:p>
            <a:endParaRPr lang="en-CA"/>
          </a:p>
        </p:txBody>
      </p:sp>
      <p:sp>
        <p:nvSpPr>
          <p:cNvPr id="18" name="Text 16"/>
          <p:cNvSpPr/>
          <p:nvPr/>
        </p:nvSpPr>
        <p:spPr>
          <a:xfrm>
            <a:off x="502920" y="2720340"/>
            <a:ext cx="1508760" cy="201168"/>
          </a:xfrm>
          <a:prstGeom prst="rect">
            <a:avLst/>
          </a:prstGeom>
          <a:noFill/>
          <a:ln/>
        </p:spPr>
        <p:txBody>
          <a:bodyPr wrap="square" lIns="0" tIns="0" rIns="0" bIns="0" rtlCol="0" anchor="ctr"/>
          <a:lstStyle/>
          <a:p>
            <a:pPr marL="0" indent="0">
              <a:buNone/>
            </a:pPr>
            <a:r>
              <a:rPr lang="en-US" sz="780" b="1">
                <a:solidFill>
                  <a:srgbClr val="0D4F8B"/>
                </a:solidFill>
                <a:latin typeface="Calibri" pitchFamily="34" charset="0"/>
                <a:ea typeface="Calibri" pitchFamily="34" charset="-122"/>
                <a:cs typeface="Calibri" pitchFamily="34" charset="-120"/>
              </a:rPr>
              <a:t>predicted_cpu_variance</a:t>
            </a:r>
            <a:endParaRPr lang="en-US" sz="780"/>
          </a:p>
        </p:txBody>
      </p:sp>
      <p:sp>
        <p:nvSpPr>
          <p:cNvPr id="19" name="Text 17"/>
          <p:cNvSpPr/>
          <p:nvPr/>
        </p:nvSpPr>
        <p:spPr>
          <a:xfrm>
            <a:off x="1965960" y="2720340"/>
            <a:ext cx="2057400" cy="201168"/>
          </a:xfrm>
          <a:prstGeom prst="rect">
            <a:avLst/>
          </a:prstGeom>
          <a:noFill/>
          <a:ln/>
        </p:spPr>
        <p:txBody>
          <a:bodyPr wrap="square" lIns="0" tIns="0" rIns="0" bIns="0" rtlCol="0" anchor="ctr"/>
          <a:lstStyle/>
          <a:p>
            <a:pPr marL="0" indent="0">
              <a:buNone/>
            </a:pPr>
            <a:r>
              <a:rPr lang="en-US" sz="780">
                <a:solidFill>
                  <a:srgbClr val="1E293B"/>
                </a:solidFill>
                <a:latin typeface="Calibri" pitchFamily="34" charset="0"/>
                <a:ea typeface="Calibri" pitchFamily="34" charset="-122"/>
                <a:cs typeface="Calibri" pitchFamily="34" charset="-120"/>
              </a:rPr>
              <a:t>= variance(predicted_cpu_6_steps)</a:t>
            </a:r>
            <a:endParaRPr lang="en-US" sz="780"/>
          </a:p>
        </p:txBody>
      </p:sp>
      <p:sp>
        <p:nvSpPr>
          <p:cNvPr id="20" name="Shape 18"/>
          <p:cNvSpPr/>
          <p:nvPr/>
        </p:nvSpPr>
        <p:spPr>
          <a:xfrm>
            <a:off x="411480" y="3008376"/>
            <a:ext cx="3703320" cy="283464"/>
          </a:xfrm>
          <a:prstGeom prst="rect">
            <a:avLst/>
          </a:prstGeom>
          <a:solidFill>
            <a:srgbClr val="F8FAFF"/>
          </a:solidFill>
          <a:ln w="5080">
            <a:solidFill>
              <a:srgbClr val="E2E8F0"/>
            </a:solidFill>
            <a:prstDash val="solid"/>
          </a:ln>
        </p:spPr>
        <p:txBody>
          <a:bodyPr/>
          <a:lstStyle/>
          <a:p>
            <a:endParaRPr lang="en-CA"/>
          </a:p>
        </p:txBody>
      </p:sp>
      <p:sp>
        <p:nvSpPr>
          <p:cNvPr id="21" name="Text 19"/>
          <p:cNvSpPr/>
          <p:nvPr/>
        </p:nvSpPr>
        <p:spPr>
          <a:xfrm>
            <a:off x="502920" y="3049524"/>
            <a:ext cx="1508760" cy="201168"/>
          </a:xfrm>
          <a:prstGeom prst="rect">
            <a:avLst/>
          </a:prstGeom>
          <a:noFill/>
          <a:ln/>
        </p:spPr>
        <p:txBody>
          <a:bodyPr wrap="square" lIns="0" tIns="0" rIns="0" bIns="0" rtlCol="0" anchor="ctr"/>
          <a:lstStyle/>
          <a:p>
            <a:pPr marL="0" indent="0">
              <a:buNone/>
            </a:pPr>
            <a:r>
              <a:rPr lang="en-US" sz="780" b="1">
                <a:solidFill>
                  <a:srgbClr val="0D9488"/>
                </a:solidFill>
                <a:latin typeface="Calibri" pitchFamily="34" charset="0"/>
                <a:ea typeface="Calibri" pitchFamily="34" charset="-122"/>
                <a:cs typeface="Calibri" pitchFamily="34" charset="-120"/>
              </a:rPr>
              <a:t>predicted_avg_mem</a:t>
            </a:r>
            <a:endParaRPr lang="en-US" sz="780"/>
          </a:p>
        </p:txBody>
      </p:sp>
      <p:sp>
        <p:nvSpPr>
          <p:cNvPr id="22" name="Text 20"/>
          <p:cNvSpPr/>
          <p:nvPr/>
        </p:nvSpPr>
        <p:spPr>
          <a:xfrm>
            <a:off x="1965960" y="3049524"/>
            <a:ext cx="2057400" cy="201168"/>
          </a:xfrm>
          <a:prstGeom prst="rect">
            <a:avLst/>
          </a:prstGeom>
          <a:noFill/>
          <a:ln/>
        </p:spPr>
        <p:txBody>
          <a:bodyPr wrap="square" lIns="0" tIns="0" rIns="0" bIns="0" rtlCol="0" anchor="ctr"/>
          <a:lstStyle/>
          <a:p>
            <a:pPr marL="0" indent="0">
              <a:buNone/>
            </a:pPr>
            <a:r>
              <a:rPr lang="en-US" sz="780">
                <a:solidFill>
                  <a:srgbClr val="1E293B"/>
                </a:solidFill>
                <a:latin typeface="Calibri" pitchFamily="34" charset="0"/>
                <a:ea typeface="Calibri" pitchFamily="34" charset="-122"/>
                <a:cs typeface="Calibri" pitchFamily="34" charset="-120"/>
              </a:rPr>
              <a:t>= mean(predicted_mem_6_steps)</a:t>
            </a:r>
            <a:endParaRPr lang="en-US" sz="780"/>
          </a:p>
        </p:txBody>
      </p:sp>
      <p:sp>
        <p:nvSpPr>
          <p:cNvPr id="23" name="Shape 21"/>
          <p:cNvSpPr/>
          <p:nvPr/>
        </p:nvSpPr>
        <p:spPr>
          <a:xfrm>
            <a:off x="411480" y="3337560"/>
            <a:ext cx="3703320" cy="283464"/>
          </a:xfrm>
          <a:prstGeom prst="rect">
            <a:avLst/>
          </a:prstGeom>
          <a:solidFill>
            <a:srgbClr val="FFFFFF"/>
          </a:solidFill>
          <a:ln w="5080">
            <a:solidFill>
              <a:srgbClr val="E2E8F0"/>
            </a:solidFill>
            <a:prstDash val="solid"/>
          </a:ln>
        </p:spPr>
        <p:txBody>
          <a:bodyPr/>
          <a:lstStyle/>
          <a:p>
            <a:endParaRPr lang="en-CA"/>
          </a:p>
        </p:txBody>
      </p:sp>
      <p:sp>
        <p:nvSpPr>
          <p:cNvPr id="24" name="Text 22"/>
          <p:cNvSpPr/>
          <p:nvPr/>
        </p:nvSpPr>
        <p:spPr>
          <a:xfrm>
            <a:off x="502920" y="3378708"/>
            <a:ext cx="1508760" cy="201168"/>
          </a:xfrm>
          <a:prstGeom prst="rect">
            <a:avLst/>
          </a:prstGeom>
          <a:noFill/>
          <a:ln/>
        </p:spPr>
        <p:txBody>
          <a:bodyPr wrap="square" lIns="0" tIns="0" rIns="0" bIns="0" rtlCol="0" anchor="ctr"/>
          <a:lstStyle/>
          <a:p>
            <a:pPr marL="0" indent="0">
              <a:buNone/>
            </a:pPr>
            <a:r>
              <a:rPr lang="en-US" sz="780" b="1">
                <a:solidFill>
                  <a:srgbClr val="0D9488"/>
                </a:solidFill>
                <a:latin typeface="Calibri" pitchFamily="34" charset="0"/>
                <a:ea typeface="Calibri" pitchFamily="34" charset="-122"/>
                <a:cs typeface="Calibri" pitchFamily="34" charset="-120"/>
              </a:rPr>
              <a:t>predicted_peak_mem</a:t>
            </a:r>
            <a:endParaRPr lang="en-US" sz="780"/>
          </a:p>
        </p:txBody>
      </p:sp>
      <p:sp>
        <p:nvSpPr>
          <p:cNvPr id="25" name="Text 23"/>
          <p:cNvSpPr/>
          <p:nvPr/>
        </p:nvSpPr>
        <p:spPr>
          <a:xfrm>
            <a:off x="1965960" y="3378708"/>
            <a:ext cx="2057400" cy="201168"/>
          </a:xfrm>
          <a:prstGeom prst="rect">
            <a:avLst/>
          </a:prstGeom>
          <a:noFill/>
          <a:ln/>
        </p:spPr>
        <p:txBody>
          <a:bodyPr wrap="square" lIns="0" tIns="0" rIns="0" bIns="0" rtlCol="0" anchor="ctr"/>
          <a:lstStyle/>
          <a:p>
            <a:pPr marL="0" indent="0">
              <a:buNone/>
            </a:pPr>
            <a:r>
              <a:rPr lang="en-US" sz="780">
                <a:solidFill>
                  <a:srgbClr val="1E293B"/>
                </a:solidFill>
                <a:latin typeface="Calibri" pitchFamily="34" charset="0"/>
                <a:ea typeface="Calibri" pitchFamily="34" charset="-122"/>
                <a:cs typeface="Calibri" pitchFamily="34" charset="-120"/>
              </a:rPr>
              <a:t>= max(predicted_mem_6_steps)</a:t>
            </a:r>
            <a:endParaRPr lang="en-US" sz="780"/>
          </a:p>
        </p:txBody>
      </p:sp>
      <p:sp>
        <p:nvSpPr>
          <p:cNvPr id="26" name="Shape 24"/>
          <p:cNvSpPr/>
          <p:nvPr/>
        </p:nvSpPr>
        <p:spPr>
          <a:xfrm>
            <a:off x="411480" y="3666744"/>
            <a:ext cx="3703320" cy="283464"/>
          </a:xfrm>
          <a:prstGeom prst="rect">
            <a:avLst/>
          </a:prstGeom>
          <a:solidFill>
            <a:srgbClr val="F8FAFF"/>
          </a:solidFill>
          <a:ln w="5080">
            <a:solidFill>
              <a:srgbClr val="E2E8F0"/>
            </a:solidFill>
            <a:prstDash val="solid"/>
          </a:ln>
        </p:spPr>
        <p:txBody>
          <a:bodyPr/>
          <a:lstStyle/>
          <a:p>
            <a:endParaRPr lang="en-CA"/>
          </a:p>
        </p:txBody>
      </p:sp>
      <p:sp>
        <p:nvSpPr>
          <p:cNvPr id="27" name="Text 25"/>
          <p:cNvSpPr/>
          <p:nvPr/>
        </p:nvSpPr>
        <p:spPr>
          <a:xfrm>
            <a:off x="502920" y="3707892"/>
            <a:ext cx="1508760" cy="201168"/>
          </a:xfrm>
          <a:prstGeom prst="rect">
            <a:avLst/>
          </a:prstGeom>
          <a:noFill/>
          <a:ln/>
        </p:spPr>
        <p:txBody>
          <a:bodyPr wrap="square" lIns="0" tIns="0" rIns="0" bIns="0" rtlCol="0" anchor="ctr"/>
          <a:lstStyle/>
          <a:p>
            <a:pPr marL="0" indent="0">
              <a:buNone/>
            </a:pPr>
            <a:r>
              <a:rPr lang="en-US" sz="780" b="1">
                <a:solidFill>
                  <a:srgbClr val="0D9488"/>
                </a:solidFill>
                <a:latin typeface="Calibri" pitchFamily="34" charset="0"/>
                <a:ea typeface="Calibri" pitchFamily="34" charset="-122"/>
                <a:cs typeface="Calibri" pitchFamily="34" charset="-120"/>
              </a:rPr>
              <a:t>predicted_p95_mem</a:t>
            </a:r>
            <a:endParaRPr lang="en-US" sz="780"/>
          </a:p>
        </p:txBody>
      </p:sp>
      <p:sp>
        <p:nvSpPr>
          <p:cNvPr id="28" name="Text 26"/>
          <p:cNvSpPr/>
          <p:nvPr/>
        </p:nvSpPr>
        <p:spPr>
          <a:xfrm>
            <a:off x="1965960" y="3707892"/>
            <a:ext cx="2057400" cy="201168"/>
          </a:xfrm>
          <a:prstGeom prst="rect">
            <a:avLst/>
          </a:prstGeom>
          <a:noFill/>
          <a:ln/>
        </p:spPr>
        <p:txBody>
          <a:bodyPr wrap="square" lIns="0" tIns="0" rIns="0" bIns="0" rtlCol="0" anchor="ctr"/>
          <a:lstStyle/>
          <a:p>
            <a:pPr marL="0" indent="0">
              <a:buNone/>
            </a:pPr>
            <a:r>
              <a:rPr lang="en-US" sz="780">
                <a:solidFill>
                  <a:srgbClr val="1E293B"/>
                </a:solidFill>
                <a:latin typeface="Calibri" pitchFamily="34" charset="0"/>
                <a:ea typeface="Calibri" pitchFamily="34" charset="-122"/>
                <a:cs typeface="Calibri" pitchFamily="34" charset="-120"/>
              </a:rPr>
              <a:t>= 95th percentile(predicted_mem_6_steps)</a:t>
            </a:r>
            <a:endParaRPr lang="en-US" sz="780"/>
          </a:p>
        </p:txBody>
      </p:sp>
      <p:sp>
        <p:nvSpPr>
          <p:cNvPr id="29" name="Shape 27"/>
          <p:cNvSpPr/>
          <p:nvPr/>
        </p:nvSpPr>
        <p:spPr>
          <a:xfrm>
            <a:off x="411480" y="3995928"/>
            <a:ext cx="3703320" cy="283464"/>
          </a:xfrm>
          <a:prstGeom prst="rect">
            <a:avLst/>
          </a:prstGeom>
          <a:solidFill>
            <a:srgbClr val="FFFFFF"/>
          </a:solidFill>
          <a:ln w="5080">
            <a:solidFill>
              <a:srgbClr val="E2E8F0"/>
            </a:solidFill>
            <a:prstDash val="solid"/>
          </a:ln>
        </p:spPr>
        <p:txBody>
          <a:bodyPr/>
          <a:lstStyle/>
          <a:p>
            <a:endParaRPr lang="en-CA"/>
          </a:p>
        </p:txBody>
      </p:sp>
      <p:sp>
        <p:nvSpPr>
          <p:cNvPr id="30" name="Text 28"/>
          <p:cNvSpPr/>
          <p:nvPr/>
        </p:nvSpPr>
        <p:spPr>
          <a:xfrm>
            <a:off x="502920" y="4037076"/>
            <a:ext cx="1508760" cy="201168"/>
          </a:xfrm>
          <a:prstGeom prst="rect">
            <a:avLst/>
          </a:prstGeom>
          <a:noFill/>
          <a:ln/>
        </p:spPr>
        <p:txBody>
          <a:bodyPr wrap="square" lIns="0" tIns="0" rIns="0" bIns="0" rtlCol="0" anchor="ctr"/>
          <a:lstStyle/>
          <a:p>
            <a:pPr marL="0" indent="0">
              <a:buNone/>
            </a:pPr>
            <a:r>
              <a:rPr lang="en-US" sz="780" b="1">
                <a:solidFill>
                  <a:srgbClr val="0D9488"/>
                </a:solidFill>
                <a:latin typeface="Calibri" pitchFamily="34" charset="0"/>
                <a:ea typeface="Calibri" pitchFamily="34" charset="-122"/>
                <a:cs typeface="Calibri" pitchFamily="34" charset="-120"/>
              </a:rPr>
              <a:t>predicted_mem_variance</a:t>
            </a:r>
            <a:endParaRPr lang="en-US" sz="780"/>
          </a:p>
        </p:txBody>
      </p:sp>
      <p:sp>
        <p:nvSpPr>
          <p:cNvPr id="31" name="Text 29"/>
          <p:cNvSpPr/>
          <p:nvPr/>
        </p:nvSpPr>
        <p:spPr>
          <a:xfrm>
            <a:off x="1965960" y="4037076"/>
            <a:ext cx="2057400" cy="201168"/>
          </a:xfrm>
          <a:prstGeom prst="rect">
            <a:avLst/>
          </a:prstGeom>
          <a:noFill/>
          <a:ln/>
        </p:spPr>
        <p:txBody>
          <a:bodyPr wrap="square" lIns="0" tIns="0" rIns="0" bIns="0" rtlCol="0" anchor="ctr"/>
          <a:lstStyle/>
          <a:p>
            <a:pPr marL="0" indent="0">
              <a:buNone/>
            </a:pPr>
            <a:r>
              <a:rPr lang="en-US" sz="780">
                <a:solidFill>
                  <a:srgbClr val="1E293B"/>
                </a:solidFill>
                <a:latin typeface="Calibri" pitchFamily="34" charset="0"/>
                <a:ea typeface="Calibri" pitchFamily="34" charset="-122"/>
                <a:cs typeface="Calibri" pitchFamily="34" charset="-120"/>
              </a:rPr>
              <a:t>= variance(predicted_mem_6_steps)</a:t>
            </a:r>
            <a:endParaRPr lang="en-US" sz="780"/>
          </a:p>
        </p:txBody>
      </p:sp>
      <p:sp>
        <p:nvSpPr>
          <p:cNvPr id="32" name="Shape 30"/>
          <p:cNvSpPr/>
          <p:nvPr/>
        </p:nvSpPr>
        <p:spPr>
          <a:xfrm>
            <a:off x="411480" y="4416552"/>
            <a:ext cx="3703320" cy="301752"/>
          </a:xfrm>
          <a:prstGeom prst="rect">
            <a:avLst/>
          </a:prstGeom>
          <a:solidFill>
            <a:srgbClr val="EFF6FF"/>
          </a:solidFill>
          <a:ln w="6350">
            <a:solidFill>
              <a:srgbClr val="0D4F8B"/>
            </a:solidFill>
            <a:prstDash val="solid"/>
          </a:ln>
        </p:spPr>
        <p:txBody>
          <a:bodyPr/>
          <a:lstStyle/>
          <a:p>
            <a:endParaRPr lang="en-CA"/>
          </a:p>
        </p:txBody>
      </p:sp>
      <p:sp>
        <p:nvSpPr>
          <p:cNvPr id="33" name="Text 31"/>
          <p:cNvSpPr/>
          <p:nvPr/>
        </p:nvSpPr>
        <p:spPr>
          <a:xfrm>
            <a:off x="502920" y="4480560"/>
            <a:ext cx="3520440" cy="182880"/>
          </a:xfrm>
          <a:prstGeom prst="rect">
            <a:avLst/>
          </a:prstGeom>
          <a:noFill/>
          <a:ln/>
        </p:spPr>
        <p:txBody>
          <a:bodyPr wrap="square" lIns="0" tIns="0" rIns="0" bIns="0" rtlCol="0" anchor="ctr"/>
          <a:lstStyle/>
          <a:p>
            <a:pPr marL="0" indent="0">
              <a:buNone/>
            </a:pPr>
            <a:r>
              <a:rPr lang="en-US" sz="820" b="1">
                <a:solidFill>
                  <a:srgbClr val="0D4F8B"/>
                </a:solidFill>
                <a:latin typeface="Calibri" pitchFamily="34" charset="0"/>
                <a:ea typeface="Calibri" pitchFamily="34" charset="-122"/>
                <a:cs typeface="Calibri" pitchFamily="34" charset="-120"/>
              </a:rPr>
              <a:t>Meaning: future sequence → optimizer-ready summary statistics</a:t>
            </a:r>
            <a:endParaRPr lang="en-US" sz="820"/>
          </a:p>
        </p:txBody>
      </p:sp>
      <p:sp>
        <p:nvSpPr>
          <p:cNvPr id="34" name="Shape 32"/>
          <p:cNvSpPr/>
          <p:nvPr/>
        </p:nvSpPr>
        <p:spPr>
          <a:xfrm>
            <a:off x="4434840" y="2560320"/>
            <a:ext cx="411480" cy="0"/>
          </a:xfrm>
          <a:prstGeom prst="line">
            <a:avLst/>
          </a:prstGeom>
          <a:noFill/>
          <a:ln w="38100">
            <a:solidFill>
              <a:srgbClr val="0D9488"/>
            </a:solidFill>
            <a:prstDash val="solid"/>
          </a:ln>
        </p:spPr>
        <p:txBody>
          <a:bodyPr/>
          <a:lstStyle/>
          <a:p>
            <a:endParaRPr lang="en-CA"/>
          </a:p>
        </p:txBody>
      </p:sp>
      <p:sp>
        <p:nvSpPr>
          <p:cNvPr id="35" name="Text 33"/>
          <p:cNvSpPr/>
          <p:nvPr/>
        </p:nvSpPr>
        <p:spPr>
          <a:xfrm>
            <a:off x="4370832" y="2651760"/>
            <a:ext cx="594360" cy="228600"/>
          </a:xfrm>
          <a:prstGeom prst="rect">
            <a:avLst/>
          </a:prstGeom>
          <a:noFill/>
          <a:ln/>
        </p:spPr>
        <p:txBody>
          <a:bodyPr wrap="square" lIns="0" tIns="0" rIns="0" bIns="0" rtlCol="0" anchor="ctr"/>
          <a:lstStyle/>
          <a:p>
            <a:pPr marL="0" indent="0" algn="ctr">
              <a:buNone/>
            </a:pPr>
            <a:r>
              <a:rPr lang="en-US" sz="750">
                <a:solidFill>
                  <a:srgbClr val="0D9488"/>
                </a:solidFill>
                <a:latin typeface="Calibri" pitchFamily="34" charset="0"/>
                <a:ea typeface="Calibri" pitchFamily="34" charset="-122"/>
                <a:cs typeface="Calibri" pitchFamily="34" charset="-120"/>
              </a:rPr>
              <a:t>aggregate</a:t>
            </a:r>
            <a:endParaRPr lang="en-US" sz="750"/>
          </a:p>
        </p:txBody>
      </p:sp>
      <p:sp>
        <p:nvSpPr>
          <p:cNvPr id="36" name="Shape 34"/>
          <p:cNvSpPr/>
          <p:nvPr/>
        </p:nvSpPr>
        <p:spPr>
          <a:xfrm>
            <a:off x="4892040" y="868680"/>
            <a:ext cx="3977640" cy="39776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CA"/>
          </a:p>
        </p:txBody>
      </p:sp>
      <p:sp>
        <p:nvSpPr>
          <p:cNvPr id="37" name="Shape 35"/>
          <p:cNvSpPr/>
          <p:nvPr/>
        </p:nvSpPr>
        <p:spPr>
          <a:xfrm>
            <a:off x="4892040" y="868680"/>
            <a:ext cx="3977640" cy="347472"/>
          </a:xfrm>
          <a:prstGeom prst="rect">
            <a:avLst/>
          </a:prstGeom>
          <a:solidFill>
            <a:srgbClr val="0D9488"/>
          </a:solidFill>
          <a:ln/>
        </p:spPr>
        <p:txBody>
          <a:bodyPr/>
          <a:lstStyle/>
          <a:p>
            <a:endParaRPr lang="en-CA"/>
          </a:p>
        </p:txBody>
      </p:sp>
      <p:sp>
        <p:nvSpPr>
          <p:cNvPr id="38" name="Text 36"/>
          <p:cNvSpPr/>
          <p:nvPr/>
        </p:nvSpPr>
        <p:spPr>
          <a:xfrm>
            <a:off x="5001768" y="896112"/>
            <a:ext cx="3749040" cy="274320"/>
          </a:xfrm>
          <a:prstGeom prst="rect">
            <a:avLst/>
          </a:prstGeom>
          <a:noFill/>
          <a:ln/>
        </p:spPr>
        <p:txBody>
          <a:bodyPr wrap="square" lIns="0" tIns="0" rIns="0" bIns="0" rtlCol="0" anchor="ctr"/>
          <a:lstStyle/>
          <a:p>
            <a:pPr marL="0" indent="0">
              <a:buNone/>
            </a:pPr>
            <a:r>
              <a:rPr lang="en-US" sz="1150" b="1">
                <a:solidFill>
                  <a:srgbClr val="FFFFFF"/>
                </a:solidFill>
                <a:latin typeface="Calibri" pitchFamily="34" charset="0"/>
                <a:ea typeface="Calibri" pitchFamily="34" charset="-122"/>
                <a:cs typeface="Calibri" pitchFamily="34" charset="-120"/>
              </a:rPr>
              <a:t>2. Job-Level Resource Footprints</a:t>
            </a:r>
            <a:endParaRPr lang="en-US" sz="1150"/>
          </a:p>
        </p:txBody>
      </p:sp>
      <p:sp>
        <p:nvSpPr>
          <p:cNvPr id="39" name="Text 37"/>
          <p:cNvSpPr/>
          <p:nvPr/>
        </p:nvSpPr>
        <p:spPr>
          <a:xfrm>
            <a:off x="5029200" y="1325880"/>
            <a:ext cx="3657600" cy="228600"/>
          </a:xfrm>
          <a:prstGeom prst="rect">
            <a:avLst/>
          </a:prstGeom>
          <a:noFill/>
          <a:ln/>
        </p:spPr>
        <p:txBody>
          <a:bodyPr wrap="square" lIns="0" tIns="0" rIns="0" bIns="0" rtlCol="0" anchor="ctr"/>
          <a:lstStyle/>
          <a:p>
            <a:pPr marL="0" indent="0">
              <a:buNone/>
            </a:pPr>
            <a:r>
              <a:rPr lang="en-US" sz="900">
                <a:solidFill>
                  <a:srgbClr val="1E293B"/>
                </a:solidFill>
                <a:latin typeface="Calibri" pitchFamily="34" charset="0"/>
                <a:ea typeface="Calibri" pitchFamily="34" charset="-122"/>
                <a:cs typeface="Calibri" pitchFamily="34" charset="-120"/>
              </a:rPr>
              <a:t>Predictions are first made per instance, then grouped by:</a:t>
            </a:r>
            <a:endParaRPr lang="en-US" sz="900"/>
          </a:p>
        </p:txBody>
      </p:sp>
      <p:sp>
        <p:nvSpPr>
          <p:cNvPr id="40" name="Shape 38"/>
          <p:cNvSpPr/>
          <p:nvPr/>
        </p:nvSpPr>
        <p:spPr>
          <a:xfrm>
            <a:off x="5029200" y="1600200"/>
            <a:ext cx="3611880" cy="411480"/>
          </a:xfrm>
          <a:prstGeom prst="rect">
            <a:avLst/>
          </a:prstGeom>
          <a:solidFill>
            <a:srgbClr val="F0FDF9"/>
          </a:solidFill>
          <a:ln w="6350">
            <a:solidFill>
              <a:srgbClr val="0D9488"/>
            </a:solidFill>
            <a:prstDash val="solid"/>
          </a:ln>
        </p:spPr>
        <p:txBody>
          <a:bodyPr/>
          <a:lstStyle/>
          <a:p>
            <a:endParaRPr lang="en-CA"/>
          </a:p>
        </p:txBody>
      </p:sp>
      <p:sp>
        <p:nvSpPr>
          <p:cNvPr id="41" name="Text 39"/>
          <p:cNvSpPr/>
          <p:nvPr/>
        </p:nvSpPr>
        <p:spPr>
          <a:xfrm>
            <a:off x="5120640" y="1700784"/>
            <a:ext cx="3429000" cy="201168"/>
          </a:xfrm>
          <a:prstGeom prst="rect">
            <a:avLst/>
          </a:prstGeom>
          <a:noFill/>
          <a:ln/>
        </p:spPr>
        <p:txBody>
          <a:bodyPr wrap="square" lIns="0" tIns="0" rIns="0" bIns="0" rtlCol="0" anchor="ctr"/>
          <a:lstStyle/>
          <a:p>
            <a:pPr marL="0" indent="0" algn="ctr">
              <a:buNone/>
            </a:pPr>
            <a:r>
              <a:rPr lang="en-US" sz="1000" b="1">
                <a:solidFill>
                  <a:srgbClr val="0D9488"/>
                </a:solidFill>
                <a:latin typeface="Calibri" pitchFamily="34" charset="0"/>
                <a:ea typeface="Calibri" pitchFamily="34" charset="-122"/>
                <a:cs typeface="Calibri" pitchFamily="34" charset="-120"/>
              </a:rPr>
              <a:t>collection_id + target_start_time</a:t>
            </a:r>
            <a:endParaRPr lang="en-US" sz="1000"/>
          </a:p>
        </p:txBody>
      </p:sp>
      <p:sp>
        <p:nvSpPr>
          <p:cNvPr id="42" name="Shape 40"/>
          <p:cNvSpPr/>
          <p:nvPr/>
        </p:nvSpPr>
        <p:spPr>
          <a:xfrm>
            <a:off x="5029200" y="2212848"/>
            <a:ext cx="3611880" cy="411480"/>
          </a:xfrm>
          <a:prstGeom prst="rect">
            <a:avLst/>
          </a:prstGeom>
          <a:solidFill>
            <a:srgbClr val="F8FAFF"/>
          </a:solidFill>
          <a:ln w="5080">
            <a:solidFill>
              <a:srgbClr val="E2E8F0"/>
            </a:solidFill>
            <a:prstDash val="solid"/>
          </a:ln>
        </p:spPr>
        <p:txBody>
          <a:bodyPr/>
          <a:lstStyle/>
          <a:p>
            <a:endParaRPr lang="en-CA"/>
          </a:p>
        </p:txBody>
      </p:sp>
      <p:sp>
        <p:nvSpPr>
          <p:cNvPr id="43" name="Text 41"/>
          <p:cNvSpPr/>
          <p:nvPr/>
        </p:nvSpPr>
        <p:spPr>
          <a:xfrm>
            <a:off x="5120640" y="2276856"/>
            <a:ext cx="1325880" cy="256032"/>
          </a:xfrm>
          <a:prstGeom prst="rect">
            <a:avLst/>
          </a:prstGeom>
          <a:noFill/>
          <a:ln/>
        </p:spPr>
        <p:txBody>
          <a:bodyPr wrap="square" lIns="0" tIns="0" rIns="0" bIns="0" rtlCol="0" anchor="ctr"/>
          <a:lstStyle/>
          <a:p>
            <a:pPr marL="0" indent="0">
              <a:buNone/>
            </a:pPr>
            <a:r>
              <a:rPr lang="en-US" sz="820" b="1">
                <a:solidFill>
                  <a:srgbClr val="0D4F8B"/>
                </a:solidFill>
                <a:latin typeface="Calibri" pitchFamily="34" charset="0"/>
                <a:ea typeface="Calibri" pitchFamily="34" charset="-122"/>
                <a:cs typeface="Calibri" pitchFamily="34" charset="-120"/>
              </a:rPr>
              <a:t>cpu_footprint</a:t>
            </a:r>
            <a:endParaRPr lang="en-US" sz="820"/>
          </a:p>
        </p:txBody>
      </p:sp>
      <p:sp>
        <p:nvSpPr>
          <p:cNvPr id="44" name="Text 42"/>
          <p:cNvSpPr/>
          <p:nvPr/>
        </p:nvSpPr>
        <p:spPr>
          <a:xfrm>
            <a:off x="6446520" y="2276856"/>
            <a:ext cx="2103120" cy="256032"/>
          </a:xfrm>
          <a:prstGeom prst="rect">
            <a:avLst/>
          </a:prstGeom>
          <a:noFill/>
          <a:ln/>
        </p:spPr>
        <p:txBody>
          <a:bodyPr wrap="square" lIns="0" tIns="0" rIns="0" bIns="0" rtlCol="0" anchor="ctr"/>
          <a:lstStyle/>
          <a:p>
            <a:pPr marL="0" indent="0">
              <a:buNone/>
            </a:pPr>
            <a:r>
              <a:rPr lang="en-US" sz="780">
                <a:solidFill>
                  <a:srgbClr val="1E293B"/>
                </a:solidFill>
                <a:latin typeface="Calibri" pitchFamily="34" charset="0"/>
                <a:ea typeface="Calibri" pitchFamily="34" charset="-122"/>
                <a:cs typeface="Calibri" pitchFamily="34" charset="-120"/>
              </a:rPr>
              <a:t>= sum(predicted_avg_cpu across instances)</a:t>
            </a:r>
            <a:endParaRPr lang="en-US" sz="780"/>
          </a:p>
        </p:txBody>
      </p:sp>
      <p:sp>
        <p:nvSpPr>
          <p:cNvPr id="45" name="Shape 43"/>
          <p:cNvSpPr/>
          <p:nvPr/>
        </p:nvSpPr>
        <p:spPr>
          <a:xfrm>
            <a:off x="5029200" y="2715768"/>
            <a:ext cx="3611880" cy="411480"/>
          </a:xfrm>
          <a:prstGeom prst="rect">
            <a:avLst/>
          </a:prstGeom>
          <a:solidFill>
            <a:srgbClr val="FFFFFF"/>
          </a:solidFill>
          <a:ln w="5080">
            <a:solidFill>
              <a:srgbClr val="E2E8F0"/>
            </a:solidFill>
            <a:prstDash val="solid"/>
          </a:ln>
        </p:spPr>
        <p:txBody>
          <a:bodyPr/>
          <a:lstStyle/>
          <a:p>
            <a:endParaRPr lang="en-CA"/>
          </a:p>
        </p:txBody>
      </p:sp>
      <p:sp>
        <p:nvSpPr>
          <p:cNvPr id="46" name="Text 44"/>
          <p:cNvSpPr/>
          <p:nvPr/>
        </p:nvSpPr>
        <p:spPr>
          <a:xfrm>
            <a:off x="5120640" y="2779776"/>
            <a:ext cx="1325880" cy="256032"/>
          </a:xfrm>
          <a:prstGeom prst="rect">
            <a:avLst/>
          </a:prstGeom>
          <a:noFill/>
          <a:ln/>
        </p:spPr>
        <p:txBody>
          <a:bodyPr wrap="square" lIns="0" tIns="0" rIns="0" bIns="0" rtlCol="0" anchor="ctr"/>
          <a:lstStyle/>
          <a:p>
            <a:pPr marL="0" indent="0">
              <a:buNone/>
            </a:pPr>
            <a:r>
              <a:rPr lang="en-US" sz="820" b="1">
                <a:solidFill>
                  <a:srgbClr val="0D4F8B"/>
                </a:solidFill>
                <a:latin typeface="Calibri" pitchFamily="34" charset="0"/>
                <a:ea typeface="Calibri" pitchFamily="34" charset="-122"/>
                <a:cs typeface="Calibri" pitchFamily="34" charset="-120"/>
              </a:rPr>
              <a:t>mem_footprint</a:t>
            </a:r>
            <a:endParaRPr lang="en-US" sz="820"/>
          </a:p>
        </p:txBody>
      </p:sp>
      <p:sp>
        <p:nvSpPr>
          <p:cNvPr id="47" name="Text 45"/>
          <p:cNvSpPr/>
          <p:nvPr/>
        </p:nvSpPr>
        <p:spPr>
          <a:xfrm>
            <a:off x="6446520" y="2779776"/>
            <a:ext cx="2103120" cy="256032"/>
          </a:xfrm>
          <a:prstGeom prst="rect">
            <a:avLst/>
          </a:prstGeom>
          <a:noFill/>
          <a:ln/>
        </p:spPr>
        <p:txBody>
          <a:bodyPr wrap="square" lIns="0" tIns="0" rIns="0" bIns="0" rtlCol="0" anchor="ctr"/>
          <a:lstStyle/>
          <a:p>
            <a:pPr marL="0" indent="0">
              <a:buNone/>
            </a:pPr>
            <a:r>
              <a:rPr lang="en-US" sz="780">
                <a:solidFill>
                  <a:srgbClr val="1E293B"/>
                </a:solidFill>
                <a:latin typeface="Calibri" pitchFamily="34" charset="0"/>
                <a:ea typeface="Calibri" pitchFamily="34" charset="-122"/>
                <a:cs typeface="Calibri" pitchFamily="34" charset="-120"/>
              </a:rPr>
              <a:t>= max(predicted_avg_mem across instances)</a:t>
            </a:r>
            <a:endParaRPr lang="en-US" sz="780"/>
          </a:p>
        </p:txBody>
      </p:sp>
      <p:sp>
        <p:nvSpPr>
          <p:cNvPr id="48" name="Shape 46"/>
          <p:cNvSpPr/>
          <p:nvPr/>
        </p:nvSpPr>
        <p:spPr>
          <a:xfrm>
            <a:off x="5029200" y="3218688"/>
            <a:ext cx="3611880" cy="411480"/>
          </a:xfrm>
          <a:prstGeom prst="rect">
            <a:avLst/>
          </a:prstGeom>
          <a:solidFill>
            <a:srgbClr val="F8FAFF"/>
          </a:solidFill>
          <a:ln w="5080">
            <a:solidFill>
              <a:srgbClr val="E2E8F0"/>
            </a:solidFill>
            <a:prstDash val="solid"/>
          </a:ln>
        </p:spPr>
        <p:txBody>
          <a:bodyPr/>
          <a:lstStyle/>
          <a:p>
            <a:endParaRPr lang="en-CA"/>
          </a:p>
        </p:txBody>
      </p:sp>
      <p:sp>
        <p:nvSpPr>
          <p:cNvPr id="49" name="Text 47"/>
          <p:cNvSpPr/>
          <p:nvPr/>
        </p:nvSpPr>
        <p:spPr>
          <a:xfrm>
            <a:off x="5120640" y="3282696"/>
            <a:ext cx="1325880" cy="256032"/>
          </a:xfrm>
          <a:prstGeom prst="rect">
            <a:avLst/>
          </a:prstGeom>
          <a:noFill/>
          <a:ln/>
        </p:spPr>
        <p:txBody>
          <a:bodyPr wrap="square" lIns="0" tIns="0" rIns="0" bIns="0" rtlCol="0" anchor="ctr"/>
          <a:lstStyle/>
          <a:p>
            <a:pPr marL="0" indent="0">
              <a:buNone/>
            </a:pPr>
            <a:r>
              <a:rPr lang="en-US" sz="820" b="1">
                <a:solidFill>
                  <a:srgbClr val="0D4F8B"/>
                </a:solidFill>
                <a:latin typeface="Calibri" pitchFamily="34" charset="0"/>
                <a:ea typeface="Calibri" pitchFamily="34" charset="-122"/>
                <a:cs typeface="Calibri" pitchFamily="34" charset="-120"/>
              </a:rPr>
              <a:t>p90_cpu_footprint</a:t>
            </a:r>
            <a:endParaRPr lang="en-US" sz="820"/>
          </a:p>
        </p:txBody>
      </p:sp>
      <p:sp>
        <p:nvSpPr>
          <p:cNvPr id="50" name="Text 48"/>
          <p:cNvSpPr/>
          <p:nvPr/>
        </p:nvSpPr>
        <p:spPr>
          <a:xfrm>
            <a:off x="6446520" y="3282696"/>
            <a:ext cx="2103120" cy="256032"/>
          </a:xfrm>
          <a:prstGeom prst="rect">
            <a:avLst/>
          </a:prstGeom>
          <a:noFill/>
          <a:ln/>
        </p:spPr>
        <p:txBody>
          <a:bodyPr wrap="square" lIns="0" tIns="0" rIns="0" bIns="0" rtlCol="0" anchor="ctr"/>
          <a:lstStyle/>
          <a:p>
            <a:pPr marL="0" indent="0">
              <a:buNone/>
            </a:pPr>
            <a:r>
              <a:rPr lang="en-US" sz="780">
                <a:solidFill>
                  <a:srgbClr val="1E293B"/>
                </a:solidFill>
                <a:latin typeface="Calibri" pitchFamily="34" charset="0"/>
                <a:ea typeface="Calibri" pitchFamily="34" charset="-122"/>
                <a:cs typeface="Calibri" pitchFamily="34" charset="-120"/>
              </a:rPr>
              <a:t>= sum(predicted_p90_cpu across instances)</a:t>
            </a:r>
            <a:endParaRPr lang="en-US" sz="780"/>
          </a:p>
        </p:txBody>
      </p:sp>
      <p:sp>
        <p:nvSpPr>
          <p:cNvPr id="51" name="Shape 49"/>
          <p:cNvSpPr/>
          <p:nvPr/>
        </p:nvSpPr>
        <p:spPr>
          <a:xfrm>
            <a:off x="5029200" y="3721608"/>
            <a:ext cx="3611880" cy="411480"/>
          </a:xfrm>
          <a:prstGeom prst="rect">
            <a:avLst/>
          </a:prstGeom>
          <a:solidFill>
            <a:srgbClr val="FFFFFF"/>
          </a:solidFill>
          <a:ln w="5080">
            <a:solidFill>
              <a:srgbClr val="E2E8F0"/>
            </a:solidFill>
            <a:prstDash val="solid"/>
          </a:ln>
        </p:spPr>
        <p:txBody>
          <a:bodyPr/>
          <a:lstStyle/>
          <a:p>
            <a:endParaRPr lang="en-CA"/>
          </a:p>
        </p:txBody>
      </p:sp>
      <p:sp>
        <p:nvSpPr>
          <p:cNvPr id="52" name="Text 50"/>
          <p:cNvSpPr/>
          <p:nvPr/>
        </p:nvSpPr>
        <p:spPr>
          <a:xfrm>
            <a:off x="5120640" y="3785616"/>
            <a:ext cx="1325880" cy="256032"/>
          </a:xfrm>
          <a:prstGeom prst="rect">
            <a:avLst/>
          </a:prstGeom>
          <a:noFill/>
          <a:ln/>
        </p:spPr>
        <p:txBody>
          <a:bodyPr wrap="square" lIns="0" tIns="0" rIns="0" bIns="0" rtlCol="0" anchor="ctr"/>
          <a:lstStyle/>
          <a:p>
            <a:pPr marL="0" indent="0">
              <a:buNone/>
            </a:pPr>
            <a:r>
              <a:rPr lang="en-US" sz="820" b="1">
                <a:solidFill>
                  <a:srgbClr val="0D4F8B"/>
                </a:solidFill>
                <a:latin typeface="Calibri" pitchFamily="34" charset="0"/>
                <a:ea typeface="Calibri" pitchFamily="34" charset="-122"/>
                <a:cs typeface="Calibri" pitchFamily="34" charset="-120"/>
              </a:rPr>
              <a:t>p95_mem_footprint</a:t>
            </a:r>
            <a:endParaRPr lang="en-US" sz="820"/>
          </a:p>
        </p:txBody>
      </p:sp>
      <p:sp>
        <p:nvSpPr>
          <p:cNvPr id="53" name="Text 51"/>
          <p:cNvSpPr/>
          <p:nvPr/>
        </p:nvSpPr>
        <p:spPr>
          <a:xfrm>
            <a:off x="6446520" y="3785616"/>
            <a:ext cx="2103120" cy="256032"/>
          </a:xfrm>
          <a:prstGeom prst="rect">
            <a:avLst/>
          </a:prstGeom>
          <a:noFill/>
          <a:ln/>
        </p:spPr>
        <p:txBody>
          <a:bodyPr wrap="square" lIns="0" tIns="0" rIns="0" bIns="0" rtlCol="0" anchor="ctr"/>
          <a:lstStyle/>
          <a:p>
            <a:pPr marL="0" indent="0">
              <a:buNone/>
            </a:pPr>
            <a:r>
              <a:rPr lang="en-US" sz="780">
                <a:solidFill>
                  <a:srgbClr val="1E293B"/>
                </a:solidFill>
                <a:latin typeface="Calibri" pitchFamily="34" charset="0"/>
                <a:ea typeface="Calibri" pitchFamily="34" charset="-122"/>
                <a:cs typeface="Calibri" pitchFamily="34" charset="-120"/>
              </a:rPr>
              <a:t>= max(predicted_p95_mem across instances)</a:t>
            </a:r>
            <a:endParaRPr lang="en-US" sz="780"/>
          </a:p>
        </p:txBody>
      </p:sp>
      <p:sp>
        <p:nvSpPr>
          <p:cNvPr id="54" name="Shape 52"/>
          <p:cNvSpPr/>
          <p:nvPr/>
        </p:nvSpPr>
        <p:spPr>
          <a:xfrm>
            <a:off x="5029200" y="4343400"/>
            <a:ext cx="3611880" cy="347472"/>
          </a:xfrm>
          <a:prstGeom prst="rect">
            <a:avLst/>
          </a:prstGeom>
          <a:solidFill>
            <a:srgbClr val="0A1628"/>
          </a:solidFill>
          <a:ln/>
        </p:spPr>
        <p:txBody>
          <a:bodyPr/>
          <a:lstStyle/>
          <a:p>
            <a:endParaRPr lang="en-CA"/>
          </a:p>
        </p:txBody>
      </p:sp>
      <p:sp>
        <p:nvSpPr>
          <p:cNvPr id="55" name="Text 53"/>
          <p:cNvSpPr/>
          <p:nvPr/>
        </p:nvSpPr>
        <p:spPr>
          <a:xfrm>
            <a:off x="5120640" y="4425696"/>
            <a:ext cx="3429000" cy="182880"/>
          </a:xfrm>
          <a:prstGeom prst="rect">
            <a:avLst/>
          </a:prstGeom>
          <a:noFill/>
          <a:ln/>
        </p:spPr>
        <p:txBody>
          <a:bodyPr wrap="square" lIns="0" tIns="0" rIns="0" bIns="0" rtlCol="0" anchor="ctr"/>
          <a:lstStyle/>
          <a:p>
            <a:pPr marL="0" indent="0" algn="ctr">
              <a:buNone/>
            </a:pPr>
            <a:r>
              <a:rPr lang="en-US" sz="750" b="1">
                <a:solidFill>
                  <a:srgbClr val="FFFFFF"/>
                </a:solidFill>
                <a:latin typeface="Calibri" pitchFamily="34" charset="0"/>
                <a:ea typeface="Calibri" pitchFamily="34" charset="-122"/>
                <a:cs typeface="Calibri" pitchFamily="34" charset="-120"/>
              </a:rPr>
              <a:t>Simple explanation: predict each instance → combine into job demand for the optimizer</a:t>
            </a:r>
            <a:endParaRPr lang="en-US" sz="75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A1628"/>
          </a:solidFill>
          <a:ln/>
        </p:spPr>
        <p:txBody>
          <a:bodyPr/>
          <a:lstStyle/>
          <a:p>
            <a:endParaRPr lang="en-CA"/>
          </a:p>
        </p:txBody>
      </p:sp>
      <p:sp>
        <p:nvSpPr>
          <p:cNvPr id="3" name="Text 1"/>
          <p:cNvSpPr/>
          <p:nvPr/>
        </p:nvSpPr>
        <p:spPr>
          <a:xfrm>
            <a:off x="365760" y="91440"/>
            <a:ext cx="8412480" cy="594360"/>
          </a:xfrm>
          <a:prstGeom prst="rect">
            <a:avLst/>
          </a:prstGeom>
          <a:noFill/>
          <a:ln/>
        </p:spPr>
        <p:txBody>
          <a:bodyPr wrap="square" lIns="0" tIns="0" rIns="0" bIns="0" rtlCol="0" anchor="ctr"/>
          <a:lstStyle/>
          <a:p>
            <a:pPr marL="0" indent="0">
              <a:buNone/>
            </a:pPr>
            <a:r>
              <a:rPr lang="en-US" sz="2200" b="1">
                <a:solidFill>
                  <a:srgbClr val="FFFFFF"/>
                </a:solidFill>
                <a:latin typeface="Calibri" pitchFamily="34" charset="0"/>
                <a:ea typeface="Calibri" pitchFamily="34" charset="-122"/>
                <a:cs typeface="Calibri" pitchFamily="34" charset="-120"/>
              </a:rPr>
              <a:t>Model Evaluation Results</a:t>
            </a:r>
            <a:endParaRPr lang="en-US" sz="2200"/>
          </a:p>
        </p:txBody>
      </p:sp>
      <p:sp>
        <p:nvSpPr>
          <p:cNvPr id="4" name="Text 2"/>
          <p:cNvSpPr/>
          <p:nvPr/>
        </p:nvSpPr>
        <p:spPr>
          <a:xfrm>
            <a:off x="320040" y="868680"/>
            <a:ext cx="4206240" cy="320040"/>
          </a:xfrm>
          <a:prstGeom prst="rect">
            <a:avLst/>
          </a:prstGeom>
          <a:noFill/>
          <a:ln/>
        </p:spPr>
        <p:txBody>
          <a:bodyPr wrap="square" lIns="0" tIns="0" rIns="0" bIns="0" rtlCol="0" anchor="ctr"/>
          <a:lstStyle/>
          <a:p>
            <a:pPr marL="0" indent="0">
              <a:buNone/>
            </a:pPr>
            <a:r>
              <a:rPr lang="en-US" sz="1200" b="1">
                <a:solidFill>
                  <a:srgbClr val="0D9488"/>
                </a:solidFill>
                <a:latin typeface="Calibri" pitchFamily="34" charset="0"/>
                <a:ea typeface="Calibri" pitchFamily="34" charset="-122"/>
                <a:cs typeface="Calibri" pitchFamily="34" charset="-120"/>
              </a:rPr>
              <a:t>Memory Prediction (avg_mem)  ✓ Strong Performance</a:t>
            </a:r>
            <a:endParaRPr lang="en-US" sz="1200"/>
          </a:p>
        </p:txBody>
      </p:sp>
      <p:sp>
        <p:nvSpPr>
          <p:cNvPr id="5" name="Shape 3"/>
          <p:cNvSpPr/>
          <p:nvPr/>
        </p:nvSpPr>
        <p:spPr>
          <a:xfrm>
            <a:off x="320040" y="1234440"/>
            <a:ext cx="1371600" cy="1005840"/>
          </a:xfrm>
          <a:prstGeom prst="rect">
            <a:avLst/>
          </a:prstGeom>
          <a:solidFill>
            <a:srgbClr val="FFFFFF"/>
          </a:solidFill>
          <a:ln/>
          <a:effectLst>
            <a:outerShdw blurRad="101600" dist="25400" dir="8100000" algn="bl" rotWithShape="0">
              <a:srgbClr val="000000">
                <a:alpha val="10000"/>
              </a:srgbClr>
            </a:outerShdw>
          </a:effectLst>
        </p:spPr>
        <p:txBody>
          <a:bodyPr/>
          <a:lstStyle/>
          <a:p>
            <a:endParaRPr lang="en-CA"/>
          </a:p>
        </p:txBody>
      </p:sp>
      <p:sp>
        <p:nvSpPr>
          <p:cNvPr id="6" name="Shape 4"/>
          <p:cNvSpPr/>
          <p:nvPr/>
        </p:nvSpPr>
        <p:spPr>
          <a:xfrm>
            <a:off x="320040" y="1234440"/>
            <a:ext cx="64008" cy="1005840"/>
          </a:xfrm>
          <a:prstGeom prst="rect">
            <a:avLst/>
          </a:prstGeom>
          <a:solidFill>
            <a:srgbClr val="10B981"/>
          </a:solidFill>
          <a:ln/>
        </p:spPr>
        <p:txBody>
          <a:bodyPr/>
          <a:lstStyle/>
          <a:p>
            <a:endParaRPr lang="en-CA"/>
          </a:p>
        </p:txBody>
      </p:sp>
      <p:sp>
        <p:nvSpPr>
          <p:cNvPr id="7" name="Text 5"/>
          <p:cNvSpPr/>
          <p:nvPr/>
        </p:nvSpPr>
        <p:spPr>
          <a:xfrm>
            <a:off x="457200" y="1307592"/>
            <a:ext cx="1188720" cy="457200"/>
          </a:xfrm>
          <a:prstGeom prst="rect">
            <a:avLst/>
          </a:prstGeom>
          <a:noFill/>
          <a:ln/>
        </p:spPr>
        <p:txBody>
          <a:bodyPr wrap="square" lIns="0" tIns="0" rIns="0" bIns="0" rtlCol="0" anchor="ctr"/>
          <a:lstStyle/>
          <a:p>
            <a:pPr marL="0" indent="0">
              <a:buNone/>
            </a:pPr>
            <a:r>
              <a:rPr lang="en-US" sz="2600" b="1">
                <a:solidFill>
                  <a:srgbClr val="10B981"/>
                </a:solidFill>
                <a:latin typeface="Calibri" pitchFamily="34" charset="0"/>
                <a:ea typeface="Calibri" pitchFamily="34" charset="-122"/>
                <a:cs typeface="Calibri" pitchFamily="34" charset="-120"/>
              </a:rPr>
              <a:t>0.727</a:t>
            </a:r>
            <a:endParaRPr lang="en-US" sz="2600"/>
          </a:p>
        </p:txBody>
      </p:sp>
      <p:sp>
        <p:nvSpPr>
          <p:cNvPr id="8" name="Text 6"/>
          <p:cNvSpPr/>
          <p:nvPr/>
        </p:nvSpPr>
        <p:spPr>
          <a:xfrm>
            <a:off x="457200" y="1737360"/>
            <a:ext cx="1188720" cy="256032"/>
          </a:xfrm>
          <a:prstGeom prst="rect">
            <a:avLst/>
          </a:prstGeom>
          <a:noFill/>
          <a:ln/>
        </p:spPr>
        <p:txBody>
          <a:bodyPr wrap="square" lIns="0" tIns="0" rIns="0" bIns="0" rtlCol="0" anchor="ctr"/>
          <a:lstStyle/>
          <a:p>
            <a:pPr marL="0" indent="0">
              <a:buNone/>
            </a:pPr>
            <a:r>
              <a:rPr lang="en-US" sz="1200" b="1">
                <a:solidFill>
                  <a:srgbClr val="1E293B"/>
                </a:solidFill>
                <a:latin typeface="Calibri" pitchFamily="34" charset="0"/>
                <a:ea typeface="Calibri" pitchFamily="34" charset="-122"/>
                <a:cs typeface="Calibri" pitchFamily="34" charset="-120"/>
              </a:rPr>
              <a:t>R²</a:t>
            </a:r>
            <a:endParaRPr lang="en-US" sz="1200"/>
          </a:p>
        </p:txBody>
      </p:sp>
      <p:sp>
        <p:nvSpPr>
          <p:cNvPr id="9" name="Text 7"/>
          <p:cNvSpPr/>
          <p:nvPr/>
        </p:nvSpPr>
        <p:spPr>
          <a:xfrm>
            <a:off x="457200" y="1984248"/>
            <a:ext cx="1188720" cy="182880"/>
          </a:xfrm>
          <a:prstGeom prst="rect">
            <a:avLst/>
          </a:prstGeom>
          <a:noFill/>
          <a:ln/>
        </p:spPr>
        <p:txBody>
          <a:bodyPr wrap="square" lIns="0" tIns="0" rIns="0" bIns="0" rtlCol="0" anchor="ctr"/>
          <a:lstStyle/>
          <a:p>
            <a:pPr marL="0" indent="0">
              <a:buNone/>
            </a:pPr>
            <a:r>
              <a:rPr lang="en-US" sz="900">
                <a:solidFill>
                  <a:srgbClr val="64748B"/>
                </a:solidFill>
                <a:latin typeface="Calibri" pitchFamily="34" charset="0"/>
                <a:ea typeface="Calibri" pitchFamily="34" charset="-122"/>
                <a:cs typeface="Calibri" pitchFamily="34" charset="-120"/>
              </a:rPr>
              <a:t>Strong fit</a:t>
            </a:r>
            <a:endParaRPr lang="en-US" sz="900"/>
          </a:p>
        </p:txBody>
      </p:sp>
      <p:sp>
        <p:nvSpPr>
          <p:cNvPr id="10" name="Shape 8"/>
          <p:cNvSpPr/>
          <p:nvPr/>
        </p:nvSpPr>
        <p:spPr>
          <a:xfrm>
            <a:off x="1828800" y="1234440"/>
            <a:ext cx="1371600" cy="1005840"/>
          </a:xfrm>
          <a:prstGeom prst="rect">
            <a:avLst/>
          </a:prstGeom>
          <a:solidFill>
            <a:srgbClr val="FFFFFF"/>
          </a:solidFill>
          <a:ln/>
          <a:effectLst>
            <a:outerShdw blurRad="101600" dist="25400" dir="8100000" algn="bl" rotWithShape="0">
              <a:srgbClr val="000000">
                <a:alpha val="10000"/>
              </a:srgbClr>
            </a:outerShdw>
          </a:effectLst>
        </p:spPr>
        <p:txBody>
          <a:bodyPr/>
          <a:lstStyle/>
          <a:p>
            <a:endParaRPr lang="en-CA"/>
          </a:p>
        </p:txBody>
      </p:sp>
      <p:sp>
        <p:nvSpPr>
          <p:cNvPr id="11" name="Shape 9"/>
          <p:cNvSpPr/>
          <p:nvPr/>
        </p:nvSpPr>
        <p:spPr>
          <a:xfrm>
            <a:off x="1828800" y="1234440"/>
            <a:ext cx="64008" cy="1005840"/>
          </a:xfrm>
          <a:prstGeom prst="rect">
            <a:avLst/>
          </a:prstGeom>
          <a:solidFill>
            <a:srgbClr val="0D9488"/>
          </a:solidFill>
          <a:ln/>
        </p:spPr>
        <p:txBody>
          <a:bodyPr/>
          <a:lstStyle/>
          <a:p>
            <a:endParaRPr lang="en-CA"/>
          </a:p>
        </p:txBody>
      </p:sp>
      <p:sp>
        <p:nvSpPr>
          <p:cNvPr id="12" name="Text 10"/>
          <p:cNvSpPr/>
          <p:nvPr/>
        </p:nvSpPr>
        <p:spPr>
          <a:xfrm>
            <a:off x="1965960" y="1307592"/>
            <a:ext cx="1188720" cy="457200"/>
          </a:xfrm>
          <a:prstGeom prst="rect">
            <a:avLst/>
          </a:prstGeom>
          <a:noFill/>
          <a:ln/>
        </p:spPr>
        <p:txBody>
          <a:bodyPr wrap="square" lIns="0" tIns="0" rIns="0" bIns="0" rtlCol="0" anchor="ctr"/>
          <a:lstStyle/>
          <a:p>
            <a:pPr marL="0" indent="0">
              <a:buNone/>
            </a:pPr>
            <a:r>
              <a:rPr lang="en-US" sz="2400" b="1">
                <a:solidFill>
                  <a:srgbClr val="0D9488"/>
                </a:solidFill>
                <a:latin typeface="Calibri" pitchFamily="34" charset="0"/>
                <a:ea typeface="Calibri" pitchFamily="34" charset="-122"/>
                <a:cs typeface="Calibri" pitchFamily="34" charset="-120"/>
              </a:rPr>
              <a:t>0.000765</a:t>
            </a:r>
            <a:endParaRPr lang="en-US" sz="2400"/>
          </a:p>
        </p:txBody>
      </p:sp>
      <p:sp>
        <p:nvSpPr>
          <p:cNvPr id="13" name="Text 11"/>
          <p:cNvSpPr/>
          <p:nvPr/>
        </p:nvSpPr>
        <p:spPr>
          <a:xfrm>
            <a:off x="1965960" y="1737360"/>
            <a:ext cx="1188720" cy="256032"/>
          </a:xfrm>
          <a:prstGeom prst="rect">
            <a:avLst/>
          </a:prstGeom>
          <a:noFill/>
          <a:ln/>
        </p:spPr>
        <p:txBody>
          <a:bodyPr wrap="square" lIns="0" tIns="0" rIns="0" bIns="0" rtlCol="0" anchor="ctr"/>
          <a:lstStyle/>
          <a:p>
            <a:pPr marL="0" indent="0">
              <a:buNone/>
            </a:pPr>
            <a:r>
              <a:rPr lang="en-US" sz="1200" b="1">
                <a:solidFill>
                  <a:srgbClr val="1E293B"/>
                </a:solidFill>
                <a:latin typeface="Calibri" pitchFamily="34" charset="0"/>
                <a:ea typeface="Calibri" pitchFamily="34" charset="-122"/>
                <a:cs typeface="Calibri" pitchFamily="34" charset="-120"/>
              </a:rPr>
              <a:t>MAE</a:t>
            </a:r>
            <a:endParaRPr lang="en-US" sz="1200"/>
          </a:p>
        </p:txBody>
      </p:sp>
      <p:sp>
        <p:nvSpPr>
          <p:cNvPr id="14" name="Text 12"/>
          <p:cNvSpPr/>
          <p:nvPr/>
        </p:nvSpPr>
        <p:spPr>
          <a:xfrm>
            <a:off x="1965960" y="1984248"/>
            <a:ext cx="1188720" cy="182880"/>
          </a:xfrm>
          <a:prstGeom prst="rect">
            <a:avLst/>
          </a:prstGeom>
          <a:noFill/>
          <a:ln/>
        </p:spPr>
        <p:txBody>
          <a:bodyPr wrap="square" lIns="0" tIns="0" rIns="0" bIns="0" rtlCol="0" anchor="ctr"/>
          <a:lstStyle/>
          <a:p>
            <a:pPr marL="0" indent="0">
              <a:buNone/>
            </a:pPr>
            <a:r>
              <a:rPr lang="en-US" sz="900">
                <a:solidFill>
                  <a:srgbClr val="64748B"/>
                </a:solidFill>
                <a:latin typeface="Calibri" pitchFamily="34" charset="0"/>
                <a:ea typeface="Calibri" pitchFamily="34" charset="-122"/>
                <a:cs typeface="Calibri" pitchFamily="34" charset="-120"/>
              </a:rPr>
              <a:t>Very low error</a:t>
            </a:r>
            <a:endParaRPr lang="en-US" sz="900"/>
          </a:p>
        </p:txBody>
      </p:sp>
      <p:sp>
        <p:nvSpPr>
          <p:cNvPr id="15" name="Shape 13"/>
          <p:cNvSpPr/>
          <p:nvPr/>
        </p:nvSpPr>
        <p:spPr>
          <a:xfrm>
            <a:off x="3337560" y="1234440"/>
            <a:ext cx="1371600" cy="1005840"/>
          </a:xfrm>
          <a:prstGeom prst="rect">
            <a:avLst/>
          </a:prstGeom>
          <a:solidFill>
            <a:srgbClr val="FFFFFF"/>
          </a:solidFill>
          <a:ln/>
          <a:effectLst>
            <a:outerShdw blurRad="101600" dist="25400" dir="8100000" algn="bl" rotWithShape="0">
              <a:srgbClr val="000000">
                <a:alpha val="10000"/>
              </a:srgbClr>
            </a:outerShdw>
          </a:effectLst>
        </p:spPr>
        <p:txBody>
          <a:bodyPr/>
          <a:lstStyle/>
          <a:p>
            <a:endParaRPr lang="en-CA"/>
          </a:p>
        </p:txBody>
      </p:sp>
      <p:sp>
        <p:nvSpPr>
          <p:cNvPr id="16" name="Shape 14"/>
          <p:cNvSpPr/>
          <p:nvPr/>
        </p:nvSpPr>
        <p:spPr>
          <a:xfrm>
            <a:off x="3337560" y="1234440"/>
            <a:ext cx="64008" cy="1005840"/>
          </a:xfrm>
          <a:prstGeom prst="rect">
            <a:avLst/>
          </a:prstGeom>
          <a:solidFill>
            <a:srgbClr val="F59E0B"/>
          </a:solidFill>
          <a:ln/>
        </p:spPr>
        <p:txBody>
          <a:bodyPr/>
          <a:lstStyle/>
          <a:p>
            <a:endParaRPr lang="en-CA"/>
          </a:p>
        </p:txBody>
      </p:sp>
      <p:sp>
        <p:nvSpPr>
          <p:cNvPr id="17" name="Text 15"/>
          <p:cNvSpPr/>
          <p:nvPr/>
        </p:nvSpPr>
        <p:spPr>
          <a:xfrm>
            <a:off x="3474720" y="1307592"/>
            <a:ext cx="1188720" cy="457200"/>
          </a:xfrm>
          <a:prstGeom prst="rect">
            <a:avLst/>
          </a:prstGeom>
          <a:noFill/>
          <a:ln/>
        </p:spPr>
        <p:txBody>
          <a:bodyPr wrap="square" lIns="0" tIns="0" rIns="0" bIns="0" rtlCol="0" anchor="ctr"/>
          <a:lstStyle/>
          <a:p>
            <a:pPr marL="0" indent="0">
              <a:buNone/>
            </a:pPr>
            <a:r>
              <a:rPr lang="en-US" sz="2600" b="1">
                <a:solidFill>
                  <a:srgbClr val="F59E0B"/>
                </a:solidFill>
                <a:latin typeface="Calibri" pitchFamily="34" charset="0"/>
                <a:ea typeface="Calibri" pitchFamily="34" charset="-122"/>
                <a:cs typeface="Calibri" pitchFamily="34" charset="-120"/>
              </a:rPr>
              <a:t>37.2%</a:t>
            </a:r>
            <a:endParaRPr lang="en-US" sz="2600"/>
          </a:p>
        </p:txBody>
      </p:sp>
      <p:sp>
        <p:nvSpPr>
          <p:cNvPr id="18" name="Text 16"/>
          <p:cNvSpPr/>
          <p:nvPr/>
        </p:nvSpPr>
        <p:spPr>
          <a:xfrm>
            <a:off x="3474720" y="1737360"/>
            <a:ext cx="1188720" cy="256032"/>
          </a:xfrm>
          <a:prstGeom prst="rect">
            <a:avLst/>
          </a:prstGeom>
          <a:noFill/>
          <a:ln/>
        </p:spPr>
        <p:txBody>
          <a:bodyPr wrap="square" lIns="0" tIns="0" rIns="0" bIns="0" rtlCol="0" anchor="ctr"/>
          <a:lstStyle/>
          <a:p>
            <a:pPr marL="0" indent="0">
              <a:buNone/>
            </a:pPr>
            <a:r>
              <a:rPr lang="en-US" sz="1200" b="1">
                <a:solidFill>
                  <a:srgbClr val="1E293B"/>
                </a:solidFill>
                <a:latin typeface="Calibri" pitchFamily="34" charset="0"/>
                <a:ea typeface="Calibri" pitchFamily="34" charset="-122"/>
                <a:cs typeface="Calibri" pitchFamily="34" charset="-120"/>
              </a:rPr>
              <a:t>SMAPE</a:t>
            </a:r>
            <a:endParaRPr lang="en-US" sz="1200"/>
          </a:p>
        </p:txBody>
      </p:sp>
      <p:sp>
        <p:nvSpPr>
          <p:cNvPr id="19" name="Text 17"/>
          <p:cNvSpPr/>
          <p:nvPr/>
        </p:nvSpPr>
        <p:spPr>
          <a:xfrm>
            <a:off x="3474720" y="1984248"/>
            <a:ext cx="1188720" cy="182880"/>
          </a:xfrm>
          <a:prstGeom prst="rect">
            <a:avLst/>
          </a:prstGeom>
          <a:noFill/>
          <a:ln/>
        </p:spPr>
        <p:txBody>
          <a:bodyPr wrap="square" lIns="0" tIns="0" rIns="0" bIns="0" rtlCol="0" anchor="ctr"/>
          <a:lstStyle/>
          <a:p>
            <a:pPr marL="0" indent="0">
              <a:buNone/>
            </a:pPr>
            <a:r>
              <a:rPr lang="en-US" sz="900">
                <a:solidFill>
                  <a:srgbClr val="64748B"/>
                </a:solidFill>
                <a:latin typeface="Calibri" pitchFamily="34" charset="0"/>
                <a:ea typeface="Calibri" pitchFamily="34" charset="-122"/>
                <a:cs typeface="Calibri" pitchFamily="34" charset="-120"/>
              </a:rPr>
              <a:t>Moderate %</a:t>
            </a:r>
            <a:endParaRPr lang="en-US" sz="900"/>
          </a:p>
        </p:txBody>
      </p:sp>
      <p:sp>
        <p:nvSpPr>
          <p:cNvPr id="20" name="Shape 18"/>
          <p:cNvSpPr/>
          <p:nvPr/>
        </p:nvSpPr>
        <p:spPr>
          <a:xfrm>
            <a:off x="4937760" y="868680"/>
            <a:ext cx="3931920" cy="1371600"/>
          </a:xfrm>
          <a:prstGeom prst="rect">
            <a:avLst/>
          </a:prstGeom>
          <a:solidFill>
            <a:srgbClr val="FFFFFF"/>
          </a:solidFill>
          <a:ln/>
          <a:effectLst>
            <a:outerShdw blurRad="63500" dist="12700" dir="8100000" algn="bl" rotWithShape="0">
              <a:srgbClr val="000000">
                <a:alpha val="8000"/>
              </a:srgbClr>
            </a:outerShdw>
          </a:effectLst>
        </p:spPr>
        <p:txBody>
          <a:bodyPr/>
          <a:lstStyle/>
          <a:p>
            <a:endParaRPr lang="en-CA"/>
          </a:p>
        </p:txBody>
      </p:sp>
      <p:sp>
        <p:nvSpPr>
          <p:cNvPr id="21" name="Text 19"/>
          <p:cNvSpPr/>
          <p:nvPr/>
        </p:nvSpPr>
        <p:spPr>
          <a:xfrm>
            <a:off x="5074920" y="932688"/>
            <a:ext cx="3657600" cy="256032"/>
          </a:xfrm>
          <a:prstGeom prst="rect">
            <a:avLst/>
          </a:prstGeom>
          <a:noFill/>
          <a:ln/>
        </p:spPr>
        <p:txBody>
          <a:bodyPr wrap="square" lIns="0" tIns="0" rIns="0" bIns="0" rtlCol="0" anchor="ctr"/>
          <a:lstStyle/>
          <a:p>
            <a:pPr marL="0" indent="0">
              <a:buNone/>
            </a:pPr>
            <a:r>
              <a:rPr lang="en-US" sz="1100" b="1">
                <a:solidFill>
                  <a:srgbClr val="0D9488"/>
                </a:solidFill>
                <a:latin typeface="Calibri" pitchFamily="34" charset="0"/>
                <a:ea typeface="Calibri" pitchFamily="34" charset="-122"/>
                <a:cs typeface="Calibri" pitchFamily="34" charset="-120"/>
              </a:rPr>
              <a:t>Memory Result Summary</a:t>
            </a:r>
            <a:endParaRPr lang="en-US" sz="1100"/>
          </a:p>
        </p:txBody>
      </p:sp>
      <p:sp>
        <p:nvSpPr>
          <p:cNvPr id="22" name="Text 20"/>
          <p:cNvSpPr/>
          <p:nvPr/>
        </p:nvSpPr>
        <p:spPr>
          <a:xfrm>
            <a:off x="5074920" y="1188720"/>
            <a:ext cx="3703320" cy="960120"/>
          </a:xfrm>
          <a:prstGeom prst="rect">
            <a:avLst/>
          </a:prstGeom>
          <a:noFill/>
          <a:ln/>
        </p:spPr>
        <p:txBody>
          <a:bodyPr wrap="square" lIns="0" tIns="0" rIns="0" bIns="0" rtlCol="0" anchor="ctr"/>
          <a:lstStyle/>
          <a:p>
            <a:pPr marL="0" indent="0">
              <a:buNone/>
            </a:pPr>
            <a:r>
              <a:rPr lang="en-US" sz="950">
                <a:solidFill>
                  <a:srgbClr val="1E293B"/>
                </a:solidFill>
                <a:latin typeface="Calibri" pitchFamily="34" charset="0"/>
                <a:ea typeface="Calibri" pitchFamily="34" charset="-122"/>
                <a:cs typeface="Calibri" pitchFamily="34" charset="-120"/>
              </a:rPr>
              <a:t>High R² (0.73) confirms the model successfully captures memory usage variability and temporal patterns. Low MAE and Median AE (0.000279) indicate stable, consistent predictions — suitable for safe overcommitment and SLA-aware scheduling.</a:t>
            </a:r>
            <a:endParaRPr lang="en-US" sz="950"/>
          </a:p>
        </p:txBody>
      </p:sp>
      <p:sp>
        <p:nvSpPr>
          <p:cNvPr id="23" name="Text 21"/>
          <p:cNvSpPr/>
          <p:nvPr/>
        </p:nvSpPr>
        <p:spPr>
          <a:xfrm>
            <a:off x="320040" y="2377440"/>
            <a:ext cx="4206240" cy="320040"/>
          </a:xfrm>
          <a:prstGeom prst="rect">
            <a:avLst/>
          </a:prstGeom>
          <a:noFill/>
          <a:ln/>
        </p:spPr>
        <p:txBody>
          <a:bodyPr wrap="square" lIns="0" tIns="0" rIns="0" bIns="0" rtlCol="0" anchor="ctr"/>
          <a:lstStyle/>
          <a:p>
            <a:pPr marL="0" indent="0">
              <a:buNone/>
            </a:pPr>
            <a:r>
              <a:rPr lang="en-US" sz="1200" b="1">
                <a:solidFill>
                  <a:srgbClr val="EF4444"/>
                </a:solidFill>
                <a:latin typeface="Calibri" pitchFamily="34" charset="0"/>
                <a:ea typeface="Calibri" pitchFamily="34" charset="-122"/>
                <a:cs typeface="Calibri" pitchFamily="34" charset="-120"/>
              </a:rPr>
              <a:t>CPU Prediction (avg_cpu)  ✗ Challenging</a:t>
            </a:r>
            <a:endParaRPr lang="en-US" sz="1200"/>
          </a:p>
        </p:txBody>
      </p:sp>
      <p:sp>
        <p:nvSpPr>
          <p:cNvPr id="24" name="Shape 22"/>
          <p:cNvSpPr/>
          <p:nvPr/>
        </p:nvSpPr>
        <p:spPr>
          <a:xfrm>
            <a:off x="320040" y="2743200"/>
            <a:ext cx="1371600" cy="1005840"/>
          </a:xfrm>
          <a:prstGeom prst="rect">
            <a:avLst/>
          </a:prstGeom>
          <a:solidFill>
            <a:srgbClr val="FFFFFF"/>
          </a:solidFill>
          <a:ln/>
          <a:effectLst>
            <a:outerShdw blurRad="101600" dist="25400" dir="8100000" algn="bl" rotWithShape="0">
              <a:srgbClr val="000000">
                <a:alpha val="10000"/>
              </a:srgbClr>
            </a:outerShdw>
          </a:effectLst>
        </p:spPr>
        <p:txBody>
          <a:bodyPr/>
          <a:lstStyle/>
          <a:p>
            <a:endParaRPr lang="en-CA"/>
          </a:p>
        </p:txBody>
      </p:sp>
      <p:sp>
        <p:nvSpPr>
          <p:cNvPr id="25" name="Shape 23"/>
          <p:cNvSpPr/>
          <p:nvPr/>
        </p:nvSpPr>
        <p:spPr>
          <a:xfrm>
            <a:off x="320040" y="2743200"/>
            <a:ext cx="64008" cy="1005840"/>
          </a:xfrm>
          <a:prstGeom prst="rect">
            <a:avLst/>
          </a:prstGeom>
          <a:solidFill>
            <a:srgbClr val="EF4444"/>
          </a:solidFill>
          <a:ln/>
        </p:spPr>
        <p:txBody>
          <a:bodyPr/>
          <a:lstStyle/>
          <a:p>
            <a:endParaRPr lang="en-CA"/>
          </a:p>
        </p:txBody>
      </p:sp>
      <p:sp>
        <p:nvSpPr>
          <p:cNvPr id="26" name="Text 24"/>
          <p:cNvSpPr/>
          <p:nvPr/>
        </p:nvSpPr>
        <p:spPr>
          <a:xfrm>
            <a:off x="457200" y="2816352"/>
            <a:ext cx="1188720" cy="457200"/>
          </a:xfrm>
          <a:prstGeom prst="rect">
            <a:avLst/>
          </a:prstGeom>
          <a:noFill/>
          <a:ln/>
        </p:spPr>
        <p:txBody>
          <a:bodyPr wrap="square" lIns="0" tIns="0" rIns="0" bIns="0" rtlCol="0" anchor="ctr"/>
          <a:lstStyle/>
          <a:p>
            <a:pPr marL="0" indent="0">
              <a:buNone/>
            </a:pPr>
            <a:r>
              <a:rPr lang="en-US" sz="2600" b="1">
                <a:solidFill>
                  <a:srgbClr val="EF4444"/>
                </a:solidFill>
                <a:latin typeface="Calibri" pitchFamily="34" charset="0"/>
                <a:ea typeface="Calibri" pitchFamily="34" charset="-122"/>
                <a:cs typeface="Calibri" pitchFamily="34" charset="-120"/>
              </a:rPr>
              <a:t>0.088</a:t>
            </a:r>
            <a:endParaRPr lang="en-US" sz="2600"/>
          </a:p>
        </p:txBody>
      </p:sp>
      <p:sp>
        <p:nvSpPr>
          <p:cNvPr id="27" name="Text 25"/>
          <p:cNvSpPr/>
          <p:nvPr/>
        </p:nvSpPr>
        <p:spPr>
          <a:xfrm>
            <a:off x="457200" y="3246120"/>
            <a:ext cx="1188720" cy="256032"/>
          </a:xfrm>
          <a:prstGeom prst="rect">
            <a:avLst/>
          </a:prstGeom>
          <a:noFill/>
          <a:ln/>
        </p:spPr>
        <p:txBody>
          <a:bodyPr wrap="square" lIns="0" tIns="0" rIns="0" bIns="0" rtlCol="0" anchor="ctr"/>
          <a:lstStyle/>
          <a:p>
            <a:pPr marL="0" indent="0">
              <a:buNone/>
            </a:pPr>
            <a:r>
              <a:rPr lang="en-US" sz="1200" b="1">
                <a:solidFill>
                  <a:srgbClr val="1E293B"/>
                </a:solidFill>
                <a:latin typeface="Calibri" pitchFamily="34" charset="0"/>
                <a:ea typeface="Calibri" pitchFamily="34" charset="-122"/>
                <a:cs typeface="Calibri" pitchFamily="34" charset="-120"/>
              </a:rPr>
              <a:t>R²</a:t>
            </a:r>
            <a:endParaRPr lang="en-US" sz="1200"/>
          </a:p>
        </p:txBody>
      </p:sp>
      <p:sp>
        <p:nvSpPr>
          <p:cNvPr id="28" name="Text 26"/>
          <p:cNvSpPr/>
          <p:nvPr/>
        </p:nvSpPr>
        <p:spPr>
          <a:xfrm>
            <a:off x="457200" y="3493008"/>
            <a:ext cx="1188720" cy="182880"/>
          </a:xfrm>
          <a:prstGeom prst="rect">
            <a:avLst/>
          </a:prstGeom>
          <a:noFill/>
          <a:ln/>
        </p:spPr>
        <p:txBody>
          <a:bodyPr wrap="square" lIns="0" tIns="0" rIns="0" bIns="0" rtlCol="0" anchor="ctr"/>
          <a:lstStyle/>
          <a:p>
            <a:pPr marL="0" indent="0">
              <a:buNone/>
            </a:pPr>
            <a:r>
              <a:rPr lang="en-US" sz="900">
                <a:solidFill>
                  <a:srgbClr val="64748B"/>
                </a:solidFill>
                <a:latin typeface="Calibri" pitchFamily="34" charset="0"/>
                <a:ea typeface="Calibri" pitchFamily="34" charset="-122"/>
                <a:cs typeface="Calibri" pitchFamily="34" charset="-120"/>
              </a:rPr>
              <a:t>Weak fit</a:t>
            </a:r>
            <a:endParaRPr lang="en-US" sz="900"/>
          </a:p>
        </p:txBody>
      </p:sp>
      <p:sp>
        <p:nvSpPr>
          <p:cNvPr id="29" name="Shape 27"/>
          <p:cNvSpPr/>
          <p:nvPr/>
        </p:nvSpPr>
        <p:spPr>
          <a:xfrm>
            <a:off x="1828800" y="2743200"/>
            <a:ext cx="1371600" cy="1005840"/>
          </a:xfrm>
          <a:prstGeom prst="rect">
            <a:avLst/>
          </a:prstGeom>
          <a:solidFill>
            <a:srgbClr val="FFFFFF"/>
          </a:solidFill>
          <a:ln/>
          <a:effectLst>
            <a:outerShdw blurRad="101600" dist="25400" dir="8100000" algn="bl" rotWithShape="0">
              <a:srgbClr val="000000">
                <a:alpha val="10000"/>
              </a:srgbClr>
            </a:outerShdw>
          </a:effectLst>
        </p:spPr>
        <p:txBody>
          <a:bodyPr/>
          <a:lstStyle/>
          <a:p>
            <a:endParaRPr lang="en-CA"/>
          </a:p>
        </p:txBody>
      </p:sp>
      <p:sp>
        <p:nvSpPr>
          <p:cNvPr id="30" name="Shape 28"/>
          <p:cNvSpPr/>
          <p:nvPr/>
        </p:nvSpPr>
        <p:spPr>
          <a:xfrm>
            <a:off x="1828800" y="2743200"/>
            <a:ext cx="64008" cy="1005840"/>
          </a:xfrm>
          <a:prstGeom prst="rect">
            <a:avLst/>
          </a:prstGeom>
          <a:solidFill>
            <a:srgbClr val="F59E0B"/>
          </a:solidFill>
          <a:ln/>
        </p:spPr>
        <p:txBody>
          <a:bodyPr/>
          <a:lstStyle/>
          <a:p>
            <a:endParaRPr lang="en-CA"/>
          </a:p>
        </p:txBody>
      </p:sp>
      <p:sp>
        <p:nvSpPr>
          <p:cNvPr id="31" name="Text 29"/>
          <p:cNvSpPr/>
          <p:nvPr/>
        </p:nvSpPr>
        <p:spPr>
          <a:xfrm>
            <a:off x="1965960" y="2816352"/>
            <a:ext cx="1188720" cy="457200"/>
          </a:xfrm>
          <a:prstGeom prst="rect">
            <a:avLst/>
          </a:prstGeom>
          <a:noFill/>
          <a:ln/>
        </p:spPr>
        <p:txBody>
          <a:bodyPr wrap="square" lIns="0" tIns="0" rIns="0" bIns="0" rtlCol="0" anchor="ctr"/>
          <a:lstStyle/>
          <a:p>
            <a:pPr marL="0" indent="0">
              <a:buNone/>
            </a:pPr>
            <a:r>
              <a:rPr lang="en-US" sz="2400" b="1">
                <a:solidFill>
                  <a:srgbClr val="F59E0B"/>
                </a:solidFill>
                <a:latin typeface="Calibri" pitchFamily="34" charset="0"/>
                <a:ea typeface="Calibri" pitchFamily="34" charset="-122"/>
                <a:cs typeface="Calibri" pitchFamily="34" charset="-120"/>
              </a:rPr>
              <a:t>0.003189</a:t>
            </a:r>
            <a:endParaRPr lang="en-US" sz="2400"/>
          </a:p>
        </p:txBody>
      </p:sp>
      <p:sp>
        <p:nvSpPr>
          <p:cNvPr id="32" name="Text 30"/>
          <p:cNvSpPr/>
          <p:nvPr/>
        </p:nvSpPr>
        <p:spPr>
          <a:xfrm>
            <a:off x="1965960" y="3246120"/>
            <a:ext cx="1188720" cy="256032"/>
          </a:xfrm>
          <a:prstGeom prst="rect">
            <a:avLst/>
          </a:prstGeom>
          <a:noFill/>
          <a:ln/>
        </p:spPr>
        <p:txBody>
          <a:bodyPr wrap="square" lIns="0" tIns="0" rIns="0" bIns="0" rtlCol="0" anchor="ctr"/>
          <a:lstStyle/>
          <a:p>
            <a:pPr marL="0" indent="0">
              <a:buNone/>
            </a:pPr>
            <a:r>
              <a:rPr lang="en-US" sz="1200" b="1">
                <a:solidFill>
                  <a:srgbClr val="1E293B"/>
                </a:solidFill>
                <a:latin typeface="Calibri" pitchFamily="34" charset="0"/>
                <a:ea typeface="Calibri" pitchFamily="34" charset="-122"/>
                <a:cs typeface="Calibri" pitchFamily="34" charset="-120"/>
              </a:rPr>
              <a:t>MAE</a:t>
            </a:r>
            <a:endParaRPr lang="en-US" sz="1200"/>
          </a:p>
        </p:txBody>
      </p:sp>
      <p:sp>
        <p:nvSpPr>
          <p:cNvPr id="33" name="Text 31"/>
          <p:cNvSpPr/>
          <p:nvPr/>
        </p:nvSpPr>
        <p:spPr>
          <a:xfrm>
            <a:off x="1965960" y="3493008"/>
            <a:ext cx="1188720" cy="182880"/>
          </a:xfrm>
          <a:prstGeom prst="rect">
            <a:avLst/>
          </a:prstGeom>
          <a:noFill/>
          <a:ln/>
        </p:spPr>
        <p:txBody>
          <a:bodyPr wrap="square" lIns="0" tIns="0" rIns="0" bIns="0" rtlCol="0" anchor="ctr"/>
          <a:lstStyle/>
          <a:p>
            <a:pPr marL="0" indent="0">
              <a:buNone/>
            </a:pPr>
            <a:r>
              <a:rPr lang="en-US" sz="900">
                <a:solidFill>
                  <a:srgbClr val="64748B"/>
                </a:solidFill>
                <a:latin typeface="Calibri" pitchFamily="34" charset="0"/>
                <a:ea typeface="Calibri" pitchFamily="34" charset="-122"/>
                <a:cs typeface="Calibri" pitchFamily="34" charset="-120"/>
              </a:rPr>
              <a:t>Moderate error</a:t>
            </a:r>
            <a:endParaRPr lang="en-US" sz="900"/>
          </a:p>
        </p:txBody>
      </p:sp>
      <p:sp>
        <p:nvSpPr>
          <p:cNvPr id="34" name="Shape 32"/>
          <p:cNvSpPr/>
          <p:nvPr/>
        </p:nvSpPr>
        <p:spPr>
          <a:xfrm>
            <a:off x="3337560" y="2743200"/>
            <a:ext cx="1371600" cy="1005840"/>
          </a:xfrm>
          <a:prstGeom prst="rect">
            <a:avLst/>
          </a:prstGeom>
          <a:solidFill>
            <a:srgbClr val="FFFFFF"/>
          </a:solidFill>
          <a:ln/>
          <a:effectLst>
            <a:outerShdw blurRad="101600" dist="25400" dir="8100000" algn="bl" rotWithShape="0">
              <a:srgbClr val="000000">
                <a:alpha val="10000"/>
              </a:srgbClr>
            </a:outerShdw>
          </a:effectLst>
        </p:spPr>
        <p:txBody>
          <a:bodyPr/>
          <a:lstStyle/>
          <a:p>
            <a:endParaRPr lang="en-CA"/>
          </a:p>
        </p:txBody>
      </p:sp>
      <p:sp>
        <p:nvSpPr>
          <p:cNvPr id="35" name="Shape 33"/>
          <p:cNvSpPr/>
          <p:nvPr/>
        </p:nvSpPr>
        <p:spPr>
          <a:xfrm>
            <a:off x="3337560" y="2743200"/>
            <a:ext cx="64008" cy="1005840"/>
          </a:xfrm>
          <a:prstGeom prst="rect">
            <a:avLst/>
          </a:prstGeom>
          <a:solidFill>
            <a:srgbClr val="EF4444"/>
          </a:solidFill>
          <a:ln/>
        </p:spPr>
        <p:txBody>
          <a:bodyPr/>
          <a:lstStyle/>
          <a:p>
            <a:endParaRPr lang="en-CA"/>
          </a:p>
        </p:txBody>
      </p:sp>
      <p:sp>
        <p:nvSpPr>
          <p:cNvPr id="36" name="Text 34"/>
          <p:cNvSpPr/>
          <p:nvPr/>
        </p:nvSpPr>
        <p:spPr>
          <a:xfrm>
            <a:off x="3474720" y="2816352"/>
            <a:ext cx="1188720" cy="457200"/>
          </a:xfrm>
          <a:prstGeom prst="rect">
            <a:avLst/>
          </a:prstGeom>
          <a:noFill/>
          <a:ln/>
        </p:spPr>
        <p:txBody>
          <a:bodyPr wrap="square" lIns="0" tIns="0" rIns="0" bIns="0" rtlCol="0" anchor="ctr"/>
          <a:lstStyle/>
          <a:p>
            <a:pPr marL="0" indent="0">
              <a:buNone/>
            </a:pPr>
            <a:r>
              <a:rPr lang="en-US" sz="2600" b="1">
                <a:solidFill>
                  <a:srgbClr val="EF4444"/>
                </a:solidFill>
                <a:latin typeface="Calibri" pitchFamily="34" charset="0"/>
                <a:ea typeface="Calibri" pitchFamily="34" charset="-122"/>
                <a:cs typeface="Calibri" pitchFamily="34" charset="-120"/>
              </a:rPr>
              <a:t>100.9%</a:t>
            </a:r>
            <a:endParaRPr lang="en-US" sz="2600"/>
          </a:p>
        </p:txBody>
      </p:sp>
      <p:sp>
        <p:nvSpPr>
          <p:cNvPr id="37" name="Text 35"/>
          <p:cNvSpPr/>
          <p:nvPr/>
        </p:nvSpPr>
        <p:spPr>
          <a:xfrm>
            <a:off x="3474720" y="3246120"/>
            <a:ext cx="1188720" cy="256032"/>
          </a:xfrm>
          <a:prstGeom prst="rect">
            <a:avLst/>
          </a:prstGeom>
          <a:noFill/>
          <a:ln/>
        </p:spPr>
        <p:txBody>
          <a:bodyPr wrap="square" lIns="0" tIns="0" rIns="0" bIns="0" rtlCol="0" anchor="ctr"/>
          <a:lstStyle/>
          <a:p>
            <a:pPr marL="0" indent="0">
              <a:buNone/>
            </a:pPr>
            <a:r>
              <a:rPr lang="en-US" sz="1200" b="1">
                <a:solidFill>
                  <a:srgbClr val="1E293B"/>
                </a:solidFill>
                <a:latin typeface="Calibri" pitchFamily="34" charset="0"/>
                <a:ea typeface="Calibri" pitchFamily="34" charset="-122"/>
                <a:cs typeface="Calibri" pitchFamily="34" charset="-120"/>
              </a:rPr>
              <a:t>SMAPE</a:t>
            </a:r>
            <a:endParaRPr lang="en-US" sz="1200"/>
          </a:p>
        </p:txBody>
      </p:sp>
      <p:sp>
        <p:nvSpPr>
          <p:cNvPr id="38" name="Text 36"/>
          <p:cNvSpPr/>
          <p:nvPr/>
        </p:nvSpPr>
        <p:spPr>
          <a:xfrm>
            <a:off x="3474720" y="3493008"/>
            <a:ext cx="1188720" cy="182880"/>
          </a:xfrm>
          <a:prstGeom prst="rect">
            <a:avLst/>
          </a:prstGeom>
          <a:noFill/>
          <a:ln/>
        </p:spPr>
        <p:txBody>
          <a:bodyPr wrap="square" lIns="0" tIns="0" rIns="0" bIns="0" rtlCol="0" anchor="ctr"/>
          <a:lstStyle/>
          <a:p>
            <a:pPr marL="0" indent="0">
              <a:buNone/>
            </a:pPr>
            <a:r>
              <a:rPr lang="en-US" sz="900">
                <a:solidFill>
                  <a:srgbClr val="64748B"/>
                </a:solidFill>
                <a:latin typeface="Calibri" pitchFamily="34" charset="0"/>
                <a:ea typeface="Calibri" pitchFamily="34" charset="-122"/>
                <a:cs typeface="Calibri" pitchFamily="34" charset="-120"/>
              </a:rPr>
              <a:t>Very high %</a:t>
            </a:r>
            <a:endParaRPr lang="en-US" sz="900"/>
          </a:p>
        </p:txBody>
      </p:sp>
      <p:sp>
        <p:nvSpPr>
          <p:cNvPr id="39" name="Shape 37"/>
          <p:cNvSpPr/>
          <p:nvPr/>
        </p:nvSpPr>
        <p:spPr>
          <a:xfrm>
            <a:off x="4937760" y="2377440"/>
            <a:ext cx="3931920" cy="1371600"/>
          </a:xfrm>
          <a:prstGeom prst="rect">
            <a:avLst/>
          </a:prstGeom>
          <a:solidFill>
            <a:srgbClr val="FFFFFF"/>
          </a:solidFill>
          <a:ln/>
          <a:effectLst>
            <a:outerShdw blurRad="63500" dist="12700" dir="8100000" algn="bl" rotWithShape="0">
              <a:srgbClr val="000000">
                <a:alpha val="8000"/>
              </a:srgbClr>
            </a:outerShdw>
          </a:effectLst>
        </p:spPr>
        <p:txBody>
          <a:bodyPr/>
          <a:lstStyle/>
          <a:p>
            <a:endParaRPr lang="en-CA"/>
          </a:p>
        </p:txBody>
      </p:sp>
      <p:sp>
        <p:nvSpPr>
          <p:cNvPr id="40" name="Text 38"/>
          <p:cNvSpPr/>
          <p:nvPr/>
        </p:nvSpPr>
        <p:spPr>
          <a:xfrm>
            <a:off x="5074920" y="2441448"/>
            <a:ext cx="3657600" cy="256032"/>
          </a:xfrm>
          <a:prstGeom prst="rect">
            <a:avLst/>
          </a:prstGeom>
          <a:noFill/>
          <a:ln/>
        </p:spPr>
        <p:txBody>
          <a:bodyPr wrap="square" lIns="0" tIns="0" rIns="0" bIns="0" rtlCol="0" anchor="ctr"/>
          <a:lstStyle/>
          <a:p>
            <a:pPr marL="0" indent="0">
              <a:buNone/>
            </a:pPr>
            <a:r>
              <a:rPr lang="en-US" sz="1100" b="1">
                <a:solidFill>
                  <a:srgbClr val="EF4444"/>
                </a:solidFill>
                <a:latin typeface="Calibri" pitchFamily="34" charset="0"/>
                <a:ea typeface="Calibri" pitchFamily="34" charset="-122"/>
                <a:cs typeface="Calibri" pitchFamily="34" charset="-120"/>
              </a:rPr>
              <a:t>CPU Result Summary</a:t>
            </a:r>
            <a:endParaRPr lang="en-US" sz="1100"/>
          </a:p>
        </p:txBody>
      </p:sp>
      <p:sp>
        <p:nvSpPr>
          <p:cNvPr id="41" name="Text 39"/>
          <p:cNvSpPr/>
          <p:nvPr/>
        </p:nvSpPr>
        <p:spPr>
          <a:xfrm>
            <a:off x="5074920" y="2697480"/>
            <a:ext cx="3703320" cy="960120"/>
          </a:xfrm>
          <a:prstGeom prst="rect">
            <a:avLst/>
          </a:prstGeom>
          <a:noFill/>
          <a:ln/>
        </p:spPr>
        <p:txBody>
          <a:bodyPr wrap="square" lIns="0" tIns="0" rIns="0" bIns="0" rtlCol="0" anchor="ctr"/>
          <a:lstStyle/>
          <a:p>
            <a:pPr marL="0" indent="0">
              <a:buNone/>
            </a:pPr>
            <a:r>
              <a:rPr lang="en-US" sz="950">
                <a:solidFill>
                  <a:srgbClr val="1E293B"/>
                </a:solidFill>
                <a:latin typeface="Calibri" pitchFamily="34" charset="0"/>
                <a:ea typeface="Calibri" pitchFamily="34" charset="-122"/>
                <a:cs typeface="Calibri" pitchFamily="34" charset="-120"/>
              </a:rPr>
              <a:t>Low R² (0.09) indicates the model struggles with CPU variability. CPU workloads are bursty, irregular, and low-magnitude — making accurate forecasting fundamentally harder. SMAPE of 100%+ is expected for near-zero CPU time series.</a:t>
            </a:r>
            <a:endParaRPr lang="en-US" sz="950"/>
          </a:p>
        </p:txBody>
      </p:sp>
      <p:graphicFrame>
        <p:nvGraphicFramePr>
          <p:cNvPr id="42" name="Chart 0"/>
          <p:cNvGraphicFramePr/>
          <p:nvPr/>
        </p:nvGraphicFramePr>
        <p:xfrm>
          <a:off x="274320" y="3840480"/>
          <a:ext cx="8595360" cy="109728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A1628"/>
          </a:solidFill>
          <a:ln/>
        </p:spPr>
        <p:txBody>
          <a:bodyPr/>
          <a:lstStyle/>
          <a:p>
            <a:endParaRPr lang="en-CA"/>
          </a:p>
        </p:txBody>
      </p:sp>
      <p:sp>
        <p:nvSpPr>
          <p:cNvPr id="3" name="Text 1"/>
          <p:cNvSpPr/>
          <p:nvPr/>
        </p:nvSpPr>
        <p:spPr>
          <a:xfrm>
            <a:off x="365760" y="91440"/>
            <a:ext cx="8412480" cy="594360"/>
          </a:xfrm>
          <a:prstGeom prst="rect">
            <a:avLst/>
          </a:prstGeom>
          <a:noFill/>
          <a:ln/>
        </p:spPr>
        <p:txBody>
          <a:bodyPr wrap="square" lIns="0" tIns="0" rIns="0" bIns="0" rtlCol="0" anchor="ctr"/>
          <a:lstStyle/>
          <a:p>
            <a:pPr marL="0" indent="0">
              <a:buNone/>
            </a:pPr>
            <a:r>
              <a:rPr lang="en-US" sz="2200" b="1">
                <a:solidFill>
                  <a:srgbClr val="FFFFFF"/>
                </a:solidFill>
                <a:latin typeface="Calibri" pitchFamily="34" charset="0"/>
                <a:ea typeface="Calibri" pitchFamily="34" charset="-122"/>
                <a:cs typeface="Calibri" pitchFamily="34" charset="-120"/>
              </a:rPr>
              <a:t>Forecast Examples: What Good &amp; Poor Predictions Look Like</a:t>
            </a:r>
            <a:endParaRPr lang="en-US" sz="2200"/>
          </a:p>
        </p:txBody>
      </p:sp>
      <p:pic>
        <p:nvPicPr>
          <p:cNvPr id="4" name="Image 0" descr="/mnt/data/forecast_example_78216_avg_mem.png"/>
          <p:cNvPicPr>
            <a:picLocks noChangeAspect="1"/>
          </p:cNvPicPr>
          <p:nvPr/>
        </p:nvPicPr>
        <p:blipFill>
          <a:blip r:embed="rId3"/>
          <a:stretch>
            <a:fillRect/>
          </a:stretch>
        </p:blipFill>
        <p:spPr>
          <a:xfrm>
            <a:off x="274320" y="868680"/>
            <a:ext cx="4206240" cy="1828800"/>
          </a:xfrm>
          <a:prstGeom prst="rect">
            <a:avLst/>
          </a:prstGeom>
        </p:spPr>
      </p:pic>
      <p:sp>
        <p:nvSpPr>
          <p:cNvPr id="5" name="Text 2"/>
          <p:cNvSpPr/>
          <p:nvPr/>
        </p:nvSpPr>
        <p:spPr>
          <a:xfrm>
            <a:off x="274320" y="2715768"/>
            <a:ext cx="4206240" cy="201168"/>
          </a:xfrm>
          <a:prstGeom prst="rect">
            <a:avLst/>
          </a:prstGeom>
          <a:noFill/>
          <a:ln/>
        </p:spPr>
        <p:txBody>
          <a:bodyPr wrap="square" lIns="0" tIns="0" rIns="0" bIns="0" rtlCol="0" anchor="ctr"/>
          <a:lstStyle/>
          <a:p>
            <a:pPr marL="0" indent="0" algn="ctr">
              <a:buNone/>
            </a:pPr>
            <a:r>
              <a:rPr lang="en-US" sz="900" i="1">
                <a:solidFill>
                  <a:srgbClr val="64748B"/>
                </a:solidFill>
                <a:latin typeface="Calibri" pitchFamily="34" charset="0"/>
                <a:ea typeface="Calibri" pitchFamily="34" charset="-122"/>
                <a:cs typeface="Calibri" pitchFamily="34" charset="-120"/>
              </a:rPr>
              <a:t>Memory — Collection 380B (Good)</a:t>
            </a:r>
            <a:endParaRPr lang="en-US" sz="900"/>
          </a:p>
        </p:txBody>
      </p:sp>
      <p:pic>
        <p:nvPicPr>
          <p:cNvPr id="6" name="Image 1" descr="/mnt/data/forecast_example_0_avg_cpu.png"/>
          <p:cNvPicPr>
            <a:picLocks noChangeAspect="1"/>
          </p:cNvPicPr>
          <p:nvPr/>
        </p:nvPicPr>
        <p:blipFill>
          <a:blip r:embed="rId4"/>
          <a:stretch>
            <a:fillRect/>
          </a:stretch>
        </p:blipFill>
        <p:spPr>
          <a:xfrm>
            <a:off x="4709160" y="868680"/>
            <a:ext cx="4206240" cy="1828800"/>
          </a:xfrm>
          <a:prstGeom prst="rect">
            <a:avLst/>
          </a:prstGeom>
        </p:spPr>
      </p:pic>
      <p:sp>
        <p:nvSpPr>
          <p:cNvPr id="7" name="Text 3"/>
          <p:cNvSpPr/>
          <p:nvPr/>
        </p:nvSpPr>
        <p:spPr>
          <a:xfrm>
            <a:off x="4709160" y="2715768"/>
            <a:ext cx="4206240" cy="201168"/>
          </a:xfrm>
          <a:prstGeom prst="rect">
            <a:avLst/>
          </a:prstGeom>
          <a:noFill/>
          <a:ln/>
        </p:spPr>
        <p:txBody>
          <a:bodyPr wrap="square" lIns="0" tIns="0" rIns="0" bIns="0" rtlCol="0" anchor="ctr"/>
          <a:lstStyle/>
          <a:p>
            <a:pPr marL="0" indent="0" algn="ctr">
              <a:buNone/>
            </a:pPr>
            <a:r>
              <a:rPr lang="en-US" sz="900" i="1">
                <a:solidFill>
                  <a:srgbClr val="64748B"/>
                </a:solidFill>
                <a:latin typeface="Calibri" pitchFamily="34" charset="0"/>
                <a:ea typeface="Calibri" pitchFamily="34" charset="-122"/>
                <a:cs typeface="Calibri" pitchFamily="34" charset="-120"/>
              </a:rPr>
              <a:t>CPU — Collection 414B (Poor)</a:t>
            </a:r>
            <a:endParaRPr lang="en-US" sz="900"/>
          </a:p>
        </p:txBody>
      </p:sp>
      <p:pic>
        <p:nvPicPr>
          <p:cNvPr id="8" name="Image 2" descr="/mnt/data/forecast_example_58662_avg_cpu.png"/>
          <p:cNvPicPr>
            <a:picLocks noChangeAspect="1"/>
          </p:cNvPicPr>
          <p:nvPr/>
        </p:nvPicPr>
        <p:blipFill>
          <a:blip r:embed="rId5"/>
          <a:stretch>
            <a:fillRect/>
          </a:stretch>
        </p:blipFill>
        <p:spPr>
          <a:xfrm>
            <a:off x="4709160" y="2935224"/>
            <a:ext cx="4206240" cy="1828800"/>
          </a:xfrm>
          <a:prstGeom prst="rect">
            <a:avLst/>
          </a:prstGeom>
        </p:spPr>
      </p:pic>
      <p:sp>
        <p:nvSpPr>
          <p:cNvPr id="9" name="Text 4"/>
          <p:cNvSpPr/>
          <p:nvPr/>
        </p:nvSpPr>
        <p:spPr>
          <a:xfrm>
            <a:off x="4709160" y="4782312"/>
            <a:ext cx="4206240" cy="201168"/>
          </a:xfrm>
          <a:prstGeom prst="rect">
            <a:avLst/>
          </a:prstGeom>
          <a:noFill/>
          <a:ln/>
        </p:spPr>
        <p:txBody>
          <a:bodyPr wrap="square" lIns="0" tIns="0" rIns="0" bIns="0" rtlCol="0" anchor="ctr"/>
          <a:lstStyle/>
          <a:p>
            <a:pPr marL="0" indent="0" algn="ctr">
              <a:buNone/>
            </a:pPr>
            <a:r>
              <a:rPr lang="en-US" sz="900" i="1">
                <a:solidFill>
                  <a:srgbClr val="64748B"/>
                </a:solidFill>
                <a:latin typeface="Calibri" pitchFamily="34" charset="0"/>
                <a:ea typeface="Calibri" pitchFamily="34" charset="-122"/>
                <a:cs typeface="Calibri" pitchFamily="34" charset="-120"/>
              </a:rPr>
              <a:t>CPU — Collection 374B (Moderate)</a:t>
            </a:r>
            <a:endParaRPr lang="en-US" sz="900"/>
          </a:p>
        </p:txBody>
      </p:sp>
      <p:pic>
        <p:nvPicPr>
          <p:cNvPr id="10" name="Image 3" descr="/mnt/data/forecast_example_19554_avg_mem.png"/>
          <p:cNvPicPr>
            <a:picLocks noChangeAspect="1"/>
          </p:cNvPicPr>
          <p:nvPr/>
        </p:nvPicPr>
        <p:blipFill>
          <a:blip r:embed="rId6"/>
          <a:stretch>
            <a:fillRect/>
          </a:stretch>
        </p:blipFill>
        <p:spPr>
          <a:xfrm>
            <a:off x="365760" y="2953512"/>
            <a:ext cx="4206240" cy="1828800"/>
          </a:xfrm>
          <a:prstGeom prst="rect">
            <a:avLst/>
          </a:prstGeom>
        </p:spPr>
      </p:pic>
      <p:sp>
        <p:nvSpPr>
          <p:cNvPr id="11" name="Text 5"/>
          <p:cNvSpPr/>
          <p:nvPr/>
        </p:nvSpPr>
        <p:spPr>
          <a:xfrm>
            <a:off x="365760" y="4800600"/>
            <a:ext cx="4206240" cy="201168"/>
          </a:xfrm>
          <a:prstGeom prst="rect">
            <a:avLst/>
          </a:prstGeom>
          <a:noFill/>
          <a:ln/>
        </p:spPr>
        <p:txBody>
          <a:bodyPr wrap="square" lIns="0" tIns="0" rIns="0" bIns="0" rtlCol="0" anchor="ctr"/>
          <a:lstStyle/>
          <a:p>
            <a:pPr marL="0" indent="0" algn="ctr">
              <a:buNone/>
            </a:pPr>
            <a:r>
              <a:rPr lang="en-US" sz="900" i="1">
                <a:solidFill>
                  <a:srgbClr val="64748B"/>
                </a:solidFill>
                <a:latin typeface="Calibri" pitchFamily="34" charset="0"/>
                <a:ea typeface="Calibri" pitchFamily="34" charset="-122"/>
                <a:cs typeface="Calibri" pitchFamily="34" charset="-120"/>
              </a:rPr>
              <a:t>Memory — Collection 893B (Diverging)</a:t>
            </a:r>
            <a:endParaRPr lang="en-US" sz="9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A1628"/>
          </a:solidFill>
          <a:ln/>
        </p:spPr>
        <p:txBody>
          <a:bodyPr/>
          <a:lstStyle/>
          <a:p>
            <a:endParaRPr lang="en-CA"/>
          </a:p>
        </p:txBody>
      </p:sp>
      <p:sp>
        <p:nvSpPr>
          <p:cNvPr id="3" name="Text 1"/>
          <p:cNvSpPr/>
          <p:nvPr/>
        </p:nvSpPr>
        <p:spPr>
          <a:xfrm>
            <a:off x="365760" y="91440"/>
            <a:ext cx="8412480" cy="594360"/>
          </a:xfrm>
          <a:prstGeom prst="rect">
            <a:avLst/>
          </a:prstGeom>
          <a:noFill/>
          <a:ln/>
        </p:spPr>
        <p:txBody>
          <a:bodyPr wrap="square" lIns="0" tIns="0" rIns="0" bIns="0" rtlCol="0" anchor="ctr"/>
          <a:lstStyle/>
          <a:p>
            <a:pPr marL="0" indent="0">
              <a:buNone/>
            </a:pPr>
            <a:r>
              <a:rPr lang="en-US" sz="2200" b="1">
                <a:solidFill>
                  <a:srgbClr val="FFFFFF"/>
                </a:solidFill>
                <a:latin typeface="Calibri" pitchFamily="34" charset="0"/>
                <a:ea typeface="Calibri" pitchFamily="34" charset="-122"/>
                <a:cs typeface="Calibri" pitchFamily="34" charset="-120"/>
              </a:rPr>
              <a:t>Comparison with Other Research Papers</a:t>
            </a:r>
            <a:endParaRPr lang="en-US" sz="2200"/>
          </a:p>
        </p:txBody>
      </p:sp>
      <p:graphicFrame>
        <p:nvGraphicFramePr>
          <p:cNvPr id="11" name="Table 10">
            <a:extLst>
              <a:ext uri="{FF2B5EF4-FFF2-40B4-BE49-F238E27FC236}">
                <a16:creationId xmlns:a16="http://schemas.microsoft.com/office/drawing/2014/main" id="{948083C8-E96F-EB98-7C23-9D4B2A59CE7B}"/>
              </a:ext>
            </a:extLst>
          </p:cNvPr>
          <p:cNvGraphicFramePr>
            <a:graphicFrameLocks noGrp="1"/>
          </p:cNvGraphicFramePr>
          <p:nvPr>
            <p:extLst>
              <p:ext uri="{D42A27DB-BD31-4B8C-83A1-F6EECF244321}">
                <p14:modId xmlns:p14="http://schemas.microsoft.com/office/powerpoint/2010/main" val="702303106"/>
              </p:ext>
            </p:extLst>
          </p:nvPr>
        </p:nvGraphicFramePr>
        <p:xfrm>
          <a:off x="274319" y="1018527"/>
          <a:ext cx="8595361" cy="3599849"/>
        </p:xfrm>
        <a:graphic>
          <a:graphicData uri="http://schemas.openxmlformats.org/drawingml/2006/table">
            <a:tbl>
              <a:tblPr/>
              <a:tblGrid>
                <a:gridCol w="2266782">
                  <a:extLst>
                    <a:ext uri="{9D8B030D-6E8A-4147-A177-3AD203B41FA5}">
                      <a16:colId xmlns:a16="http://schemas.microsoft.com/office/drawing/2014/main" val="1807226848"/>
                    </a:ext>
                  </a:extLst>
                </a:gridCol>
                <a:gridCol w="1507352">
                  <a:extLst>
                    <a:ext uri="{9D8B030D-6E8A-4147-A177-3AD203B41FA5}">
                      <a16:colId xmlns:a16="http://schemas.microsoft.com/office/drawing/2014/main" val="2473142791"/>
                    </a:ext>
                  </a:extLst>
                </a:gridCol>
                <a:gridCol w="920520">
                  <a:extLst>
                    <a:ext uri="{9D8B030D-6E8A-4147-A177-3AD203B41FA5}">
                      <a16:colId xmlns:a16="http://schemas.microsoft.com/office/drawing/2014/main" val="2965405672"/>
                    </a:ext>
                  </a:extLst>
                </a:gridCol>
                <a:gridCol w="2013639">
                  <a:extLst>
                    <a:ext uri="{9D8B030D-6E8A-4147-A177-3AD203B41FA5}">
                      <a16:colId xmlns:a16="http://schemas.microsoft.com/office/drawing/2014/main" val="3595615848"/>
                    </a:ext>
                  </a:extLst>
                </a:gridCol>
                <a:gridCol w="1887068">
                  <a:extLst>
                    <a:ext uri="{9D8B030D-6E8A-4147-A177-3AD203B41FA5}">
                      <a16:colId xmlns:a16="http://schemas.microsoft.com/office/drawing/2014/main" val="3397895918"/>
                    </a:ext>
                  </a:extLst>
                </a:gridCol>
              </a:tblGrid>
              <a:tr h="394612">
                <a:tc>
                  <a:txBody>
                    <a:bodyPr/>
                    <a:lstStyle/>
                    <a:p>
                      <a:pPr algn="ctr" rtl="0" fontAlgn="t">
                        <a:buNone/>
                      </a:pPr>
                      <a:r>
                        <a:rPr lang="en-CA" sz="1100" b="0" i="0" u="none" strike="noStrike" cap="none" spc="0">
                          <a:ln>
                            <a:noFill/>
                          </a:ln>
                          <a:solidFill>
                            <a:schemeClr val="bg1"/>
                          </a:solidFill>
                          <a:effectLst/>
                          <a:latin typeface="+mn-lt"/>
                        </a:rPr>
                        <a:t>Study</a:t>
                      </a:r>
                      <a:endParaRPr lang="en-CA" sz="1800" b="0" cap="none" spc="0">
                        <a:ln>
                          <a:noFill/>
                        </a:ln>
                        <a:solidFill>
                          <a:schemeClr val="bg1"/>
                        </a:solidFill>
                        <a:effectLst/>
                        <a:latin typeface="+mn-lt"/>
                      </a:endParaRPr>
                    </a:p>
                  </a:txBody>
                  <a:tcPr marL="42236" marR="42236" marT="42236" marB="42236">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solidFill>
                  </a:tcPr>
                </a:tc>
                <a:tc>
                  <a:txBody>
                    <a:bodyPr/>
                    <a:lstStyle/>
                    <a:p>
                      <a:pPr algn="ctr" rtl="0" fontAlgn="t">
                        <a:buNone/>
                      </a:pPr>
                      <a:r>
                        <a:rPr lang="en-CA" sz="1100" b="0" i="0" u="none" strike="noStrike" cap="none" spc="0">
                          <a:ln>
                            <a:noFill/>
                          </a:ln>
                          <a:solidFill>
                            <a:schemeClr val="bg1"/>
                          </a:solidFill>
                          <a:effectLst/>
                          <a:latin typeface="+mn-lt"/>
                        </a:rPr>
                        <a:t>Dataset / Task</a:t>
                      </a:r>
                      <a:endParaRPr lang="en-CA" sz="1800" b="0" cap="none" spc="0">
                        <a:ln>
                          <a:noFill/>
                        </a:ln>
                        <a:solidFill>
                          <a:schemeClr val="bg1"/>
                        </a:solidFill>
                        <a:effectLst/>
                        <a:latin typeface="+mn-lt"/>
                      </a:endParaRPr>
                    </a:p>
                  </a:txBody>
                  <a:tcPr marL="42236" marR="42236" marT="42236" marB="42236">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solidFill>
                  </a:tcPr>
                </a:tc>
                <a:tc>
                  <a:txBody>
                    <a:bodyPr/>
                    <a:lstStyle/>
                    <a:p>
                      <a:pPr algn="ctr" rtl="0" fontAlgn="t">
                        <a:buNone/>
                      </a:pPr>
                      <a:r>
                        <a:rPr lang="en-CA" sz="1100" b="0" i="0" u="none" strike="noStrike" cap="none" spc="0">
                          <a:ln>
                            <a:noFill/>
                          </a:ln>
                          <a:solidFill>
                            <a:schemeClr val="bg1"/>
                          </a:solidFill>
                          <a:effectLst/>
                          <a:latin typeface="+mn-lt"/>
                        </a:rPr>
                        <a:t>Metrics Used</a:t>
                      </a:r>
                      <a:endParaRPr lang="en-CA" sz="1800" b="0" cap="none" spc="0">
                        <a:ln>
                          <a:noFill/>
                        </a:ln>
                        <a:solidFill>
                          <a:schemeClr val="bg1"/>
                        </a:solidFill>
                        <a:effectLst/>
                        <a:latin typeface="+mn-lt"/>
                      </a:endParaRPr>
                    </a:p>
                  </a:txBody>
                  <a:tcPr marL="42236" marR="42236" marT="42236" marB="42236">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solidFill>
                  </a:tcPr>
                </a:tc>
                <a:tc>
                  <a:txBody>
                    <a:bodyPr/>
                    <a:lstStyle/>
                    <a:p>
                      <a:pPr algn="ctr" rtl="0" fontAlgn="t">
                        <a:buNone/>
                      </a:pPr>
                      <a:r>
                        <a:rPr lang="en-CA" sz="1100" b="0" i="0" u="none" strike="noStrike" cap="none" spc="0">
                          <a:ln>
                            <a:noFill/>
                          </a:ln>
                          <a:solidFill>
                            <a:schemeClr val="bg1"/>
                          </a:solidFill>
                          <a:effectLst/>
                          <a:latin typeface="+mn-lt"/>
                        </a:rPr>
                        <a:t>Reported Results</a:t>
                      </a:r>
                      <a:endParaRPr lang="en-CA" sz="1800" b="0" cap="none" spc="0">
                        <a:ln>
                          <a:noFill/>
                        </a:ln>
                        <a:solidFill>
                          <a:schemeClr val="bg1"/>
                        </a:solidFill>
                        <a:effectLst/>
                        <a:latin typeface="+mn-lt"/>
                      </a:endParaRPr>
                    </a:p>
                  </a:txBody>
                  <a:tcPr marL="42236" marR="42236" marT="42236" marB="42236">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solidFill>
                  </a:tcPr>
                </a:tc>
                <a:tc>
                  <a:txBody>
                    <a:bodyPr/>
                    <a:lstStyle/>
                    <a:p>
                      <a:pPr algn="ctr" rtl="0" fontAlgn="t">
                        <a:buNone/>
                      </a:pPr>
                      <a:r>
                        <a:rPr lang="en-CA" sz="1100" b="0" i="0" u="none" strike="noStrike" cap="none" spc="0">
                          <a:ln>
                            <a:noFill/>
                          </a:ln>
                          <a:solidFill>
                            <a:schemeClr val="bg1"/>
                          </a:solidFill>
                          <a:effectLst/>
                          <a:latin typeface="+mn-lt"/>
                        </a:rPr>
                        <a:t>Our Result</a:t>
                      </a:r>
                      <a:endParaRPr lang="en-CA" sz="1800" b="0" cap="none" spc="0">
                        <a:ln>
                          <a:noFill/>
                        </a:ln>
                        <a:solidFill>
                          <a:schemeClr val="bg1"/>
                        </a:solidFill>
                        <a:effectLst/>
                        <a:latin typeface="+mn-lt"/>
                      </a:endParaRPr>
                    </a:p>
                  </a:txBody>
                  <a:tcPr marL="42236" marR="42236" marT="42236" marB="42236">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2324038593"/>
                  </a:ext>
                </a:extLst>
              </a:tr>
              <a:tr h="1235642">
                <a:tc>
                  <a:txBody>
                    <a:bodyPr/>
                    <a:lstStyle/>
                    <a:p>
                      <a:pPr algn="just" rtl="0" fontAlgn="t">
                        <a:buNone/>
                      </a:pPr>
                      <a:r>
                        <a:rPr lang="en-CA" sz="1100" b="1" i="0" u="none" strike="noStrike">
                          <a:solidFill>
                            <a:srgbClr val="000000"/>
                          </a:solidFill>
                          <a:effectLst/>
                          <a:latin typeface="+mn-lt"/>
                        </a:rPr>
                        <a:t>Alshboul et al. (2026), “An LSTM-Based Resource Prediction Model in Google”</a:t>
                      </a:r>
                      <a:endParaRPr lang="en-CA" sz="1800">
                        <a:effectLst/>
                        <a:latin typeface="+mn-lt"/>
                      </a:endParaRPr>
                    </a:p>
                  </a:txBody>
                  <a:tcPr marL="42236" marR="42236" marT="42236" marB="42236">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rtl="0" fontAlgn="t">
                        <a:buNone/>
                      </a:pPr>
                      <a:r>
                        <a:rPr lang="en-CA" sz="1100" b="0" i="0" u="none" strike="noStrike">
                          <a:solidFill>
                            <a:srgbClr val="000000"/>
                          </a:solidFill>
                          <a:effectLst/>
                          <a:latin typeface="+mn-lt"/>
                        </a:rPr>
                        <a:t>Google Cluster 2019, CPU &amp; memory request prediction</a:t>
                      </a:r>
                      <a:endParaRPr lang="en-CA" sz="1800">
                        <a:effectLst/>
                        <a:latin typeface="+mn-lt"/>
                      </a:endParaRPr>
                    </a:p>
                  </a:txBody>
                  <a:tcPr marL="42236" marR="42236" marT="42236" marB="42236">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rtl="0" fontAlgn="t">
                        <a:buNone/>
                      </a:pPr>
                      <a:r>
                        <a:rPr lang="en-CA" sz="1100" b="0" i="0" u="none" strike="noStrike">
                          <a:solidFill>
                            <a:srgbClr val="000000"/>
                          </a:solidFill>
                          <a:effectLst/>
                          <a:latin typeface="+mn-lt"/>
                        </a:rPr>
                        <a:t>MSE, MAE, RMSE</a:t>
                      </a:r>
                      <a:endParaRPr lang="en-CA" sz="1800">
                        <a:effectLst/>
                        <a:latin typeface="+mn-lt"/>
                      </a:endParaRPr>
                    </a:p>
                  </a:txBody>
                  <a:tcPr marL="42236" marR="42236" marT="42236" marB="42236">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rtl="0" fontAlgn="t">
                        <a:buNone/>
                      </a:pPr>
                      <a:r>
                        <a:rPr lang="en-CA" sz="1100" b="0" i="0" u="none" strike="noStrike">
                          <a:solidFill>
                            <a:srgbClr val="000000"/>
                          </a:solidFill>
                          <a:effectLst/>
                          <a:latin typeface="+mn-lt"/>
                        </a:rPr>
                        <a:t>CPU: MSE ≈ 0.00132, MAE ≈ 0.0216, RMSE ≈ 0.0364. Memory: MSE ≈ 0.0029, MAE ≈ 0.0249, RMSE ≈ 0.0537.</a:t>
                      </a:r>
                      <a:endParaRPr lang="en-CA" sz="1800">
                        <a:effectLst/>
                        <a:latin typeface="+mn-lt"/>
                      </a:endParaRPr>
                    </a:p>
                  </a:txBody>
                  <a:tcPr marL="42236" marR="42236" marT="42236" marB="42236">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rtl="0" fontAlgn="t">
                        <a:buNone/>
                      </a:pPr>
                      <a:r>
                        <a:rPr lang="en-CA" sz="1100" b="0" i="0" u="none" strike="noStrike">
                          <a:solidFill>
                            <a:srgbClr val="000000"/>
                          </a:solidFill>
                          <a:effectLst/>
                          <a:latin typeface="+mn-lt"/>
                        </a:rPr>
                        <a:t>CPU: MAE 0.003189, RMSE 0.007726. Memory: MAE 0.000765, RMSE 0.001534</a:t>
                      </a:r>
                      <a:endParaRPr lang="en-CA" sz="1800">
                        <a:effectLst/>
                        <a:latin typeface="+mn-lt"/>
                      </a:endParaRPr>
                    </a:p>
                  </a:txBody>
                  <a:tcPr marL="42236" marR="42236" marT="42236" marB="42236">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72185538"/>
                  </a:ext>
                </a:extLst>
              </a:tr>
              <a:tr h="859376">
                <a:tc>
                  <a:txBody>
                    <a:bodyPr/>
                    <a:lstStyle/>
                    <a:p>
                      <a:pPr algn="just" rtl="0" fontAlgn="t">
                        <a:buNone/>
                      </a:pPr>
                      <a:r>
                        <a:rPr lang="en-CA" sz="1100" b="1" i="0" u="none" strike="noStrike">
                          <a:solidFill>
                            <a:srgbClr val="000000"/>
                          </a:solidFill>
                          <a:effectLst/>
                          <a:latin typeface="+mn-lt"/>
                        </a:rPr>
                        <a:t>Kofi (2025), “Data-Driven Cloud Workload Optimization…”</a:t>
                      </a:r>
                      <a:endParaRPr lang="en-CA" sz="1800">
                        <a:effectLst/>
                        <a:latin typeface="+mn-lt"/>
                      </a:endParaRPr>
                    </a:p>
                  </a:txBody>
                  <a:tcPr marL="42236" marR="42236" marT="42236" marB="42236">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rtl="0" fontAlgn="t">
                        <a:buNone/>
                      </a:pPr>
                      <a:r>
                        <a:rPr lang="en-CA" sz="1100" b="0" i="0" u="none" strike="noStrike">
                          <a:solidFill>
                            <a:srgbClr val="000000"/>
                          </a:solidFill>
                          <a:effectLst/>
                          <a:latin typeface="+mn-lt"/>
                        </a:rPr>
                        <a:t>Google Cluster Trace, workload/CPU/RAM prediction</a:t>
                      </a:r>
                      <a:endParaRPr lang="en-CA" sz="1800">
                        <a:effectLst/>
                        <a:latin typeface="+mn-lt"/>
                      </a:endParaRPr>
                    </a:p>
                  </a:txBody>
                  <a:tcPr marL="42236" marR="42236" marT="42236" marB="42236">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rtl="0" fontAlgn="t">
                        <a:buNone/>
                      </a:pPr>
                      <a:r>
                        <a:rPr lang="en-CA" sz="1100" b="0" i="0" u="none" strike="noStrike">
                          <a:solidFill>
                            <a:srgbClr val="000000"/>
                          </a:solidFill>
                          <a:effectLst/>
                          <a:latin typeface="+mn-lt"/>
                        </a:rPr>
                        <a:t>R², MSE, RMSLE</a:t>
                      </a:r>
                      <a:endParaRPr lang="en-CA" sz="1800">
                        <a:effectLst/>
                        <a:latin typeface="+mn-lt"/>
                      </a:endParaRPr>
                    </a:p>
                  </a:txBody>
                  <a:tcPr marL="42236" marR="42236" marT="42236" marB="42236">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rtl="0" fontAlgn="t">
                        <a:buNone/>
                      </a:pPr>
                      <a:r>
                        <a:rPr lang="en-CA" sz="1100" b="0" i="0" u="none" strike="noStrike">
                          <a:solidFill>
                            <a:srgbClr val="000000"/>
                          </a:solidFill>
                          <a:effectLst/>
                          <a:latin typeface="+mn-lt"/>
                        </a:rPr>
                        <a:t>CPU: R² 0.99, MSE 128.89, RMSLE 0.16. RAM: R² 0.99, MSE 131.29, RMSLE 0.14.</a:t>
                      </a:r>
                      <a:endParaRPr lang="en-CA" sz="1800">
                        <a:effectLst/>
                        <a:latin typeface="+mn-lt"/>
                      </a:endParaRPr>
                    </a:p>
                  </a:txBody>
                  <a:tcPr marL="42236" marR="42236" marT="42236" marB="42236">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rtl="0" fontAlgn="t">
                        <a:buNone/>
                      </a:pPr>
                      <a:r>
                        <a:rPr lang="en-CA" sz="1100" b="0" i="0" u="none" strike="noStrike">
                          <a:solidFill>
                            <a:srgbClr val="000000"/>
                          </a:solidFill>
                          <a:effectLst/>
                          <a:latin typeface="+mn-lt"/>
                        </a:rPr>
                        <a:t>CPU: R² 0.0878. Memory: R² 0.7266</a:t>
                      </a:r>
                      <a:endParaRPr lang="en-CA" sz="1800">
                        <a:effectLst/>
                        <a:latin typeface="+mn-lt"/>
                      </a:endParaRPr>
                    </a:p>
                  </a:txBody>
                  <a:tcPr marL="42236" marR="42236" marT="42236" marB="42236">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68943812"/>
                  </a:ext>
                </a:extLst>
              </a:tr>
              <a:tr h="1110219">
                <a:tc>
                  <a:txBody>
                    <a:bodyPr/>
                    <a:lstStyle/>
                    <a:p>
                      <a:pPr algn="just" rtl="0" fontAlgn="t">
                        <a:buNone/>
                      </a:pPr>
                      <a:r>
                        <a:rPr lang="en-CA" sz="1100" b="1" i="0" u="none" strike="noStrike">
                          <a:solidFill>
                            <a:srgbClr val="000000"/>
                          </a:solidFill>
                          <a:effectLst/>
                          <a:latin typeface="+mn-lt"/>
                        </a:rPr>
                        <a:t>Kidane et al. (2025), “Hybrid Autoencoder–LSTM Framework”</a:t>
                      </a:r>
                      <a:endParaRPr lang="en-CA" sz="1800">
                        <a:effectLst/>
                        <a:latin typeface="+mn-lt"/>
                      </a:endParaRPr>
                    </a:p>
                  </a:txBody>
                  <a:tcPr marL="42236" marR="42236" marT="42236" marB="42236">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rtl="0" fontAlgn="t">
                        <a:buNone/>
                      </a:pPr>
                      <a:r>
                        <a:rPr lang="en-CA" sz="1100" b="0" i="0" u="none" strike="noStrike">
                          <a:solidFill>
                            <a:srgbClr val="000000"/>
                          </a:solidFill>
                          <a:effectLst/>
                          <a:latin typeface="+mn-lt"/>
                        </a:rPr>
                        <a:t>Synthetic + Wikipedia workload forecasting</a:t>
                      </a:r>
                      <a:endParaRPr lang="en-CA" sz="1800">
                        <a:effectLst/>
                        <a:latin typeface="+mn-lt"/>
                      </a:endParaRPr>
                    </a:p>
                  </a:txBody>
                  <a:tcPr marL="42236" marR="42236" marT="42236" marB="42236">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rtl="0" fontAlgn="t">
                        <a:buNone/>
                      </a:pPr>
                      <a:r>
                        <a:rPr lang="en-CA" sz="1100" b="0" i="0" u="none" strike="noStrike">
                          <a:solidFill>
                            <a:srgbClr val="000000"/>
                          </a:solidFill>
                          <a:effectLst/>
                          <a:latin typeface="+mn-lt"/>
                        </a:rPr>
                        <a:t>RMSE / prediction loss, computational metrics</a:t>
                      </a:r>
                      <a:endParaRPr lang="en-CA" sz="1800">
                        <a:effectLst/>
                        <a:latin typeface="+mn-lt"/>
                      </a:endParaRPr>
                    </a:p>
                  </a:txBody>
                  <a:tcPr marL="42236" marR="42236" marT="42236" marB="42236">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rtl="0" fontAlgn="t">
                        <a:buNone/>
                      </a:pPr>
                      <a:r>
                        <a:rPr lang="en-CA" sz="1100" b="0" i="0" u="none" strike="noStrike">
                          <a:solidFill>
                            <a:srgbClr val="000000"/>
                          </a:solidFill>
                          <a:effectLst/>
                          <a:latin typeface="+mn-lt"/>
                        </a:rPr>
                        <a:t>Reports RMSE/prediction loss and horizon-based errors, but not directly CPU/memory Google Cluster values.</a:t>
                      </a:r>
                      <a:endParaRPr lang="en-CA" sz="1800">
                        <a:effectLst/>
                        <a:latin typeface="+mn-lt"/>
                      </a:endParaRPr>
                    </a:p>
                  </a:txBody>
                  <a:tcPr marL="42236" marR="42236" marT="42236" marB="42236">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rtl="0" fontAlgn="t">
                        <a:buNone/>
                      </a:pPr>
                      <a:r>
                        <a:rPr lang="en-CA" sz="1100" b="0" i="0" u="none" strike="noStrike">
                          <a:solidFill>
                            <a:srgbClr val="000000"/>
                          </a:solidFill>
                          <a:effectLst/>
                          <a:latin typeface="+mn-lt"/>
                        </a:rPr>
                        <a:t>CPU + memory evaluated separately with MAE, RMSE, SMAPE, R², Median AE</a:t>
                      </a:r>
                      <a:endParaRPr lang="en-CA" sz="1800">
                        <a:effectLst/>
                        <a:latin typeface="+mn-lt"/>
                      </a:endParaRPr>
                    </a:p>
                  </a:txBody>
                  <a:tcPr marL="42236" marR="42236" marT="42236" marB="42236">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10985021"/>
                  </a:ext>
                </a:extLst>
              </a:tr>
            </a:tbl>
          </a:graphicData>
        </a:graphic>
      </p:graphicFrame>
      <p:sp>
        <p:nvSpPr>
          <p:cNvPr id="12" name="Rectangle 1">
            <a:extLst>
              <a:ext uri="{FF2B5EF4-FFF2-40B4-BE49-F238E27FC236}">
                <a16:creationId xmlns:a16="http://schemas.microsoft.com/office/drawing/2014/main" id="{5E8C5057-8A4B-9CD3-5A32-81B4E1D8A097}"/>
              </a:ext>
            </a:extLst>
          </p:cNvPr>
          <p:cNvSpPr>
            <a:spLocks noChangeArrowheads="1"/>
          </p:cNvSpPr>
          <p:nvPr/>
        </p:nvSpPr>
        <p:spPr bwMode="auto">
          <a:xfrm>
            <a:off x="-1350055" y="1323871"/>
            <a:ext cx="16607538" cy="5028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CA"/>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8482C8-6AF2-DB4C-A16B-32190B6C01E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B085163-868A-08A8-4243-A6CFB7F100F5}"/>
              </a:ext>
            </a:extLst>
          </p:cNvPr>
          <p:cNvSpPr/>
          <p:nvPr/>
        </p:nvSpPr>
        <p:spPr>
          <a:xfrm>
            <a:off x="0" y="0"/>
            <a:ext cx="9144000" cy="777240"/>
          </a:xfrm>
          <a:prstGeom prst="rect">
            <a:avLst/>
          </a:prstGeom>
          <a:solidFill>
            <a:srgbClr val="0A1628"/>
          </a:solidFill>
          <a:ln/>
        </p:spPr>
        <p:txBody>
          <a:bodyPr/>
          <a:lstStyle/>
          <a:p>
            <a:endParaRPr lang="en-CA"/>
          </a:p>
        </p:txBody>
      </p:sp>
      <p:sp>
        <p:nvSpPr>
          <p:cNvPr id="3" name="Text 1">
            <a:extLst>
              <a:ext uri="{FF2B5EF4-FFF2-40B4-BE49-F238E27FC236}">
                <a16:creationId xmlns:a16="http://schemas.microsoft.com/office/drawing/2014/main" id="{92C76191-1AB7-6955-3D13-1CC8B5BD71DD}"/>
              </a:ext>
            </a:extLst>
          </p:cNvPr>
          <p:cNvSpPr/>
          <p:nvPr/>
        </p:nvSpPr>
        <p:spPr>
          <a:xfrm>
            <a:off x="365760" y="91440"/>
            <a:ext cx="8412480" cy="594360"/>
          </a:xfrm>
          <a:prstGeom prst="rect">
            <a:avLst/>
          </a:prstGeom>
          <a:noFill/>
          <a:ln/>
        </p:spPr>
        <p:txBody>
          <a:bodyPr wrap="square" lIns="0" tIns="0" rIns="0" bIns="0" rtlCol="0" anchor="ctr"/>
          <a:lstStyle/>
          <a:p>
            <a:pPr marL="0" indent="0">
              <a:buNone/>
            </a:pPr>
            <a:r>
              <a:rPr lang="en-US" sz="2200" b="1">
                <a:solidFill>
                  <a:srgbClr val="FFFFFF"/>
                </a:solidFill>
                <a:latin typeface="Calibri" pitchFamily="34" charset="0"/>
                <a:ea typeface="Calibri" pitchFamily="34" charset="-122"/>
                <a:cs typeface="Calibri" pitchFamily="34" charset="-120"/>
              </a:rPr>
              <a:t>Comparison with Related Work</a:t>
            </a:r>
            <a:endParaRPr lang="en-US" sz="2200"/>
          </a:p>
        </p:txBody>
      </p:sp>
      <p:graphicFrame>
        <p:nvGraphicFramePr>
          <p:cNvPr id="8" name="Table 0">
            <a:extLst>
              <a:ext uri="{FF2B5EF4-FFF2-40B4-BE49-F238E27FC236}">
                <a16:creationId xmlns:a16="http://schemas.microsoft.com/office/drawing/2014/main" id="{888DC12C-D8CE-B767-59F0-86F62772A271}"/>
              </a:ext>
            </a:extLst>
          </p:cNvPr>
          <p:cNvGraphicFramePr>
            <a:graphicFrameLocks noGrp="1"/>
          </p:cNvGraphicFramePr>
          <p:nvPr/>
        </p:nvGraphicFramePr>
        <p:xfrm>
          <a:off x="365760" y="914400"/>
          <a:ext cx="8412480" cy="1755648"/>
        </p:xfrm>
        <a:graphic>
          <a:graphicData uri="http://schemas.openxmlformats.org/drawingml/2006/table">
            <a:tbl>
              <a:tblPr/>
              <a:tblGrid>
                <a:gridCol w="1402080">
                  <a:extLst>
                    <a:ext uri="{9D8B030D-6E8A-4147-A177-3AD203B41FA5}">
                      <a16:colId xmlns:a16="http://schemas.microsoft.com/office/drawing/2014/main" val="20000"/>
                    </a:ext>
                  </a:extLst>
                </a:gridCol>
                <a:gridCol w="1402080">
                  <a:extLst>
                    <a:ext uri="{9D8B030D-6E8A-4147-A177-3AD203B41FA5}">
                      <a16:colId xmlns:a16="http://schemas.microsoft.com/office/drawing/2014/main" val="20001"/>
                    </a:ext>
                  </a:extLst>
                </a:gridCol>
                <a:gridCol w="1402080">
                  <a:extLst>
                    <a:ext uri="{9D8B030D-6E8A-4147-A177-3AD203B41FA5}">
                      <a16:colId xmlns:a16="http://schemas.microsoft.com/office/drawing/2014/main" val="20002"/>
                    </a:ext>
                  </a:extLst>
                </a:gridCol>
                <a:gridCol w="1402080">
                  <a:extLst>
                    <a:ext uri="{9D8B030D-6E8A-4147-A177-3AD203B41FA5}">
                      <a16:colId xmlns:a16="http://schemas.microsoft.com/office/drawing/2014/main" val="20003"/>
                    </a:ext>
                  </a:extLst>
                </a:gridCol>
                <a:gridCol w="1402080">
                  <a:extLst>
                    <a:ext uri="{9D8B030D-6E8A-4147-A177-3AD203B41FA5}">
                      <a16:colId xmlns:a16="http://schemas.microsoft.com/office/drawing/2014/main" val="20004"/>
                    </a:ext>
                  </a:extLst>
                </a:gridCol>
                <a:gridCol w="1402080">
                  <a:extLst>
                    <a:ext uri="{9D8B030D-6E8A-4147-A177-3AD203B41FA5}">
                      <a16:colId xmlns:a16="http://schemas.microsoft.com/office/drawing/2014/main" val="20005"/>
                    </a:ext>
                  </a:extLst>
                </a:gridCol>
              </a:tblGrid>
              <a:tr h="438912">
                <a:tc>
                  <a:txBody>
                    <a:bodyPr/>
                    <a:lstStyle/>
                    <a:p>
                      <a:pPr marL="0" indent="0" algn="ctr">
                        <a:buNone/>
                      </a:pPr>
                      <a:r>
                        <a:rPr lang="en-US" sz="1100" b="1">
                          <a:solidFill>
                            <a:srgbClr val="FFFFFF"/>
                          </a:solidFill>
                          <a:latin typeface="Calibri" pitchFamily="34" charset="0"/>
                          <a:ea typeface="Calibri" pitchFamily="34" charset="-122"/>
                          <a:cs typeface="Calibri" pitchFamily="34" charset="-120"/>
                        </a:rPr>
                        <a:t>Study</a:t>
                      </a:r>
                      <a:endParaRPr lang="en-US" sz="110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marL="0" indent="0" algn="ctr">
                        <a:buNone/>
                      </a:pPr>
                      <a:r>
                        <a:rPr lang="en-US" sz="1100" b="1">
                          <a:solidFill>
                            <a:srgbClr val="FFFFFF"/>
                          </a:solidFill>
                          <a:latin typeface="Calibri" pitchFamily="34" charset="0"/>
                          <a:ea typeface="Calibri" pitchFamily="34" charset="-122"/>
                          <a:cs typeface="Calibri" pitchFamily="34" charset="-120"/>
                        </a:rPr>
                        <a:t>Dataset</a:t>
                      </a:r>
                      <a:endParaRPr lang="en-US" sz="110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marL="0" indent="0" algn="ctr">
                        <a:buNone/>
                      </a:pPr>
                      <a:r>
                        <a:rPr lang="en-US" sz="1100" b="1">
                          <a:solidFill>
                            <a:srgbClr val="FFFFFF"/>
                          </a:solidFill>
                          <a:latin typeface="Calibri" pitchFamily="34" charset="0"/>
                          <a:ea typeface="Calibri" pitchFamily="34" charset="-122"/>
                          <a:cs typeface="Calibri" pitchFamily="34" charset="-120"/>
                        </a:rPr>
                        <a:t>CPU MAE</a:t>
                      </a:r>
                      <a:endParaRPr lang="en-US" sz="110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marL="0" indent="0" algn="ctr">
                        <a:buNone/>
                      </a:pPr>
                      <a:r>
                        <a:rPr lang="en-US" sz="1100" b="1">
                          <a:solidFill>
                            <a:srgbClr val="FFFFFF"/>
                          </a:solidFill>
                          <a:latin typeface="Calibri" pitchFamily="34" charset="0"/>
                          <a:ea typeface="Calibri" pitchFamily="34" charset="-122"/>
                          <a:cs typeface="Calibri" pitchFamily="34" charset="-120"/>
                        </a:rPr>
                        <a:t>Mem MAE</a:t>
                      </a:r>
                      <a:endParaRPr lang="en-US" sz="110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marL="0" indent="0" algn="ctr">
                        <a:buNone/>
                      </a:pPr>
                      <a:r>
                        <a:rPr lang="en-US" sz="1100" b="1">
                          <a:solidFill>
                            <a:srgbClr val="FFFFFF"/>
                          </a:solidFill>
                          <a:latin typeface="Calibri" pitchFamily="34" charset="0"/>
                          <a:ea typeface="Calibri" pitchFamily="34" charset="-122"/>
                          <a:cs typeface="Calibri" pitchFamily="34" charset="-120"/>
                        </a:rPr>
                        <a:t>CPU RMSE</a:t>
                      </a:r>
                      <a:endParaRPr lang="en-US" sz="110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marL="0" indent="0" algn="ctr">
                        <a:buNone/>
                      </a:pPr>
                      <a:r>
                        <a:rPr lang="en-US" sz="1100" b="1">
                          <a:solidFill>
                            <a:srgbClr val="FFFFFF"/>
                          </a:solidFill>
                          <a:latin typeface="Calibri" pitchFamily="34" charset="0"/>
                          <a:ea typeface="Calibri" pitchFamily="34" charset="-122"/>
                          <a:cs typeface="Calibri" pitchFamily="34" charset="-120"/>
                        </a:rPr>
                        <a:t>Mem RMSE</a:t>
                      </a:r>
                      <a:endParaRPr lang="en-US" sz="110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extLst>
                  <a:ext uri="{0D108BD9-81ED-4DB2-BD59-A6C34878D82A}">
                    <a16:rowId xmlns:a16="http://schemas.microsoft.com/office/drawing/2014/main" val="10000"/>
                  </a:ext>
                </a:extLst>
              </a:tr>
              <a:tr h="438912">
                <a:tc>
                  <a:txBody>
                    <a:bodyPr/>
                    <a:lstStyle/>
                    <a:p>
                      <a:pPr marL="0" indent="0" algn="ctr">
                        <a:buNone/>
                      </a:pPr>
                      <a:r>
                        <a:rPr lang="en-US" sz="1100">
                          <a:solidFill>
                            <a:srgbClr val="000000"/>
                          </a:solidFill>
                          <a:latin typeface="Calibri" pitchFamily="34" charset="0"/>
                          <a:ea typeface="Calibri" pitchFamily="34" charset="-122"/>
                          <a:cs typeface="Calibri" pitchFamily="34" charset="-120"/>
                        </a:rPr>
                        <a:t>Alshboul et al. (2026)</a:t>
                      </a:r>
                      <a:endParaRPr lang="en-US" sz="110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a:solidFill>
                            <a:srgbClr val="000000"/>
                          </a:solidFill>
                          <a:latin typeface="Calibri" pitchFamily="34" charset="0"/>
                          <a:ea typeface="Calibri" pitchFamily="34" charset="-122"/>
                          <a:cs typeface="Calibri" pitchFamily="34" charset="-120"/>
                        </a:rPr>
                        <a:t>Google Cluster 2019</a:t>
                      </a:r>
                      <a:endParaRPr lang="en-US" sz="110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a:solidFill>
                            <a:srgbClr val="000000"/>
                          </a:solidFill>
                          <a:latin typeface="Calibri" pitchFamily="34" charset="0"/>
                          <a:ea typeface="Calibri" pitchFamily="34" charset="-122"/>
                          <a:cs typeface="Calibri" pitchFamily="34" charset="-120"/>
                        </a:rPr>
                        <a:t>0.0216</a:t>
                      </a:r>
                      <a:endParaRPr lang="en-US" sz="110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a:solidFill>
                            <a:srgbClr val="000000"/>
                          </a:solidFill>
                          <a:latin typeface="Calibri" pitchFamily="34" charset="0"/>
                          <a:ea typeface="Calibri" pitchFamily="34" charset="-122"/>
                          <a:cs typeface="Calibri" pitchFamily="34" charset="-120"/>
                        </a:rPr>
                        <a:t>0.0249</a:t>
                      </a:r>
                      <a:endParaRPr lang="en-US" sz="110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a:solidFill>
                            <a:srgbClr val="000000"/>
                          </a:solidFill>
                          <a:latin typeface="Calibri" pitchFamily="34" charset="0"/>
                          <a:ea typeface="Calibri" pitchFamily="34" charset="-122"/>
                          <a:cs typeface="Calibri" pitchFamily="34" charset="-120"/>
                        </a:rPr>
                        <a:t>0.0364</a:t>
                      </a:r>
                      <a:endParaRPr lang="en-US" sz="110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a:solidFill>
                            <a:srgbClr val="000000"/>
                          </a:solidFill>
                          <a:latin typeface="Calibri" pitchFamily="34" charset="0"/>
                          <a:ea typeface="Calibri" pitchFamily="34" charset="-122"/>
                          <a:cs typeface="Calibri" pitchFamily="34" charset="-120"/>
                        </a:rPr>
                        <a:t>0.0537</a:t>
                      </a:r>
                      <a:endParaRPr lang="en-US" sz="110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438912">
                <a:tc>
                  <a:txBody>
                    <a:bodyPr/>
                    <a:lstStyle/>
                    <a:p>
                      <a:pPr marL="0" indent="0" algn="ctr">
                        <a:buNone/>
                      </a:pPr>
                      <a:r>
                        <a:rPr lang="en-US" sz="1100" b="1">
                          <a:solidFill>
                            <a:srgbClr val="000000"/>
                          </a:solidFill>
                          <a:latin typeface="Calibri" pitchFamily="34" charset="0"/>
                          <a:ea typeface="Calibri" pitchFamily="34" charset="-122"/>
                          <a:cs typeface="Calibri" pitchFamily="34" charset="-120"/>
                        </a:rPr>
                        <a:t>Ours (LSTM V1)</a:t>
                      </a:r>
                      <a:endParaRPr lang="en-US" sz="110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a:solidFill>
                            <a:srgbClr val="000000"/>
                          </a:solidFill>
                          <a:latin typeface="Calibri" pitchFamily="34" charset="0"/>
                          <a:ea typeface="Calibri" pitchFamily="34" charset="-122"/>
                          <a:cs typeface="Calibri" pitchFamily="34" charset="-120"/>
                        </a:rPr>
                        <a:t>Google Cluster Trace</a:t>
                      </a:r>
                      <a:endParaRPr lang="en-US" sz="110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b="1">
                          <a:solidFill>
                            <a:srgbClr val="10B981"/>
                          </a:solidFill>
                          <a:latin typeface="Calibri" pitchFamily="34" charset="0"/>
                          <a:ea typeface="Calibri" pitchFamily="34" charset="-122"/>
                          <a:cs typeface="Calibri" pitchFamily="34" charset="-120"/>
                        </a:rPr>
                        <a:t>0.003189</a:t>
                      </a:r>
                      <a:endParaRPr lang="en-US" sz="110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b="1">
                          <a:solidFill>
                            <a:srgbClr val="10B981"/>
                          </a:solidFill>
                          <a:latin typeface="Calibri" pitchFamily="34" charset="0"/>
                          <a:ea typeface="Calibri" pitchFamily="34" charset="-122"/>
                          <a:cs typeface="Calibri" pitchFamily="34" charset="-120"/>
                        </a:rPr>
                        <a:t>0.000765</a:t>
                      </a:r>
                      <a:endParaRPr lang="en-US" sz="110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b="1">
                          <a:solidFill>
                            <a:srgbClr val="10B981"/>
                          </a:solidFill>
                          <a:latin typeface="Calibri" pitchFamily="34" charset="0"/>
                          <a:ea typeface="Calibri" pitchFamily="34" charset="-122"/>
                          <a:cs typeface="Calibri" pitchFamily="34" charset="-120"/>
                        </a:rPr>
                        <a:t>0.007726</a:t>
                      </a:r>
                      <a:endParaRPr lang="en-US" sz="110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b="1">
                          <a:solidFill>
                            <a:srgbClr val="10B981"/>
                          </a:solidFill>
                          <a:latin typeface="Calibri" pitchFamily="34" charset="0"/>
                          <a:ea typeface="Calibri" pitchFamily="34" charset="-122"/>
                          <a:cs typeface="Calibri" pitchFamily="34" charset="-120"/>
                        </a:rPr>
                        <a:t>0.001534</a:t>
                      </a:r>
                      <a:endParaRPr lang="en-US" sz="110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438912">
                <a:tc>
                  <a:txBody>
                    <a:bodyPr/>
                    <a:lstStyle/>
                    <a:p>
                      <a:pPr marL="0" indent="0" algn="ctr">
                        <a:buNone/>
                      </a:pPr>
                      <a:r>
                        <a:rPr lang="en-US" sz="1100">
                          <a:solidFill>
                            <a:srgbClr val="000000"/>
                          </a:solidFill>
                          <a:latin typeface="Calibri" pitchFamily="34" charset="0"/>
                          <a:ea typeface="Calibri" pitchFamily="34" charset="-122"/>
                          <a:cs typeface="Calibri" pitchFamily="34" charset="-120"/>
                        </a:rPr>
                        <a:t>Kofi (2025)</a:t>
                      </a:r>
                      <a:endParaRPr lang="en-US" sz="110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a:solidFill>
                            <a:srgbClr val="000000"/>
                          </a:solidFill>
                          <a:latin typeface="Calibri" pitchFamily="34" charset="0"/>
                          <a:ea typeface="Calibri" pitchFamily="34" charset="-122"/>
                          <a:cs typeface="Calibri" pitchFamily="34" charset="-120"/>
                        </a:rPr>
                        <a:t>Google Cluster Trace</a:t>
                      </a:r>
                      <a:endParaRPr lang="en-US" sz="110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a:solidFill>
                            <a:srgbClr val="000000"/>
                          </a:solidFill>
                          <a:latin typeface="Calibri" pitchFamily="34" charset="0"/>
                          <a:ea typeface="Calibri" pitchFamily="34" charset="-122"/>
                          <a:cs typeface="Calibri" pitchFamily="34" charset="-120"/>
                        </a:rPr>
                        <a:t>—</a:t>
                      </a:r>
                      <a:endParaRPr lang="en-US" sz="110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a:solidFill>
                            <a:srgbClr val="000000"/>
                          </a:solidFill>
                          <a:latin typeface="Calibri" pitchFamily="34" charset="0"/>
                          <a:ea typeface="Calibri" pitchFamily="34" charset="-122"/>
                          <a:cs typeface="Calibri" pitchFamily="34" charset="-120"/>
                        </a:rPr>
                        <a:t>—</a:t>
                      </a:r>
                      <a:endParaRPr lang="en-US" sz="110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a:solidFill>
                            <a:srgbClr val="000000"/>
                          </a:solidFill>
                          <a:latin typeface="Calibri" pitchFamily="34" charset="0"/>
                          <a:ea typeface="Calibri" pitchFamily="34" charset="-122"/>
                          <a:cs typeface="Calibri" pitchFamily="34" charset="-120"/>
                        </a:rPr>
                        <a:t>—</a:t>
                      </a:r>
                      <a:endParaRPr lang="en-US" sz="110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a:solidFill>
                            <a:srgbClr val="000000"/>
                          </a:solidFill>
                          <a:latin typeface="Calibri" pitchFamily="34" charset="0"/>
                          <a:ea typeface="Calibri" pitchFamily="34" charset="-122"/>
                          <a:cs typeface="Calibri" pitchFamily="34" charset="-120"/>
                        </a:rPr>
                        <a:t>—</a:t>
                      </a:r>
                      <a:endParaRPr lang="en-US" sz="110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Shape 2">
            <a:extLst>
              <a:ext uri="{FF2B5EF4-FFF2-40B4-BE49-F238E27FC236}">
                <a16:creationId xmlns:a16="http://schemas.microsoft.com/office/drawing/2014/main" id="{7F4BC00B-BEB3-D616-F0D0-F5F399D67938}"/>
              </a:ext>
            </a:extLst>
          </p:cNvPr>
          <p:cNvSpPr/>
          <p:nvPr/>
        </p:nvSpPr>
        <p:spPr>
          <a:xfrm>
            <a:off x="365760" y="2926080"/>
            <a:ext cx="8412480" cy="1737360"/>
          </a:xfrm>
          <a:prstGeom prst="rect">
            <a:avLst/>
          </a:prstGeom>
          <a:solidFill>
            <a:srgbClr val="FFFFFF"/>
          </a:solidFill>
          <a:ln/>
          <a:effectLst>
            <a:outerShdw blurRad="63500" dist="12700" dir="8100000" algn="bl" rotWithShape="0">
              <a:srgbClr val="000000">
                <a:alpha val="8000"/>
              </a:srgbClr>
            </a:outerShdw>
          </a:effectLst>
        </p:spPr>
        <p:txBody>
          <a:bodyPr/>
          <a:lstStyle/>
          <a:p>
            <a:endParaRPr lang="en-CA"/>
          </a:p>
        </p:txBody>
      </p:sp>
      <p:sp>
        <p:nvSpPr>
          <p:cNvPr id="6" name="Text 3">
            <a:extLst>
              <a:ext uri="{FF2B5EF4-FFF2-40B4-BE49-F238E27FC236}">
                <a16:creationId xmlns:a16="http://schemas.microsoft.com/office/drawing/2014/main" id="{B176B196-4936-F444-D359-B764BF2E4909}"/>
              </a:ext>
            </a:extLst>
          </p:cNvPr>
          <p:cNvSpPr/>
          <p:nvPr/>
        </p:nvSpPr>
        <p:spPr>
          <a:xfrm>
            <a:off x="502920" y="2999232"/>
            <a:ext cx="8046720" cy="274320"/>
          </a:xfrm>
          <a:prstGeom prst="rect">
            <a:avLst/>
          </a:prstGeom>
          <a:noFill/>
          <a:ln/>
        </p:spPr>
        <p:txBody>
          <a:bodyPr wrap="square" lIns="0" tIns="0" rIns="0" bIns="0" rtlCol="0" anchor="ctr"/>
          <a:lstStyle/>
          <a:p>
            <a:pPr marL="0" indent="0">
              <a:buNone/>
            </a:pPr>
            <a:r>
              <a:rPr lang="en-US" sz="1200" b="1">
                <a:solidFill>
                  <a:srgbClr val="0D4F8B"/>
                </a:solidFill>
                <a:latin typeface="Calibri" pitchFamily="34" charset="0"/>
                <a:ea typeface="Calibri" pitchFamily="34" charset="-122"/>
                <a:cs typeface="Calibri" pitchFamily="34" charset="-120"/>
              </a:rPr>
              <a:t>Our Differentiators vs. Alshboul et al.</a:t>
            </a:r>
            <a:endParaRPr lang="en-US" sz="1200"/>
          </a:p>
        </p:txBody>
      </p:sp>
      <p:sp>
        <p:nvSpPr>
          <p:cNvPr id="7" name="Text 4">
            <a:extLst>
              <a:ext uri="{FF2B5EF4-FFF2-40B4-BE49-F238E27FC236}">
                <a16:creationId xmlns:a16="http://schemas.microsoft.com/office/drawing/2014/main" id="{71FA787B-B994-69F2-6EFB-D97A522E5A7A}"/>
              </a:ext>
            </a:extLst>
          </p:cNvPr>
          <p:cNvSpPr/>
          <p:nvPr/>
        </p:nvSpPr>
        <p:spPr>
          <a:xfrm>
            <a:off x="502920" y="3310128"/>
            <a:ext cx="8046720" cy="274320"/>
          </a:xfrm>
          <a:prstGeom prst="rect">
            <a:avLst/>
          </a:prstGeom>
          <a:noFill/>
          <a:ln/>
        </p:spPr>
        <p:txBody>
          <a:bodyPr wrap="square" lIns="0" tIns="0" rIns="0" bIns="0" rtlCol="0" anchor="ctr"/>
          <a:lstStyle/>
          <a:p>
            <a:pPr marL="0" indent="0">
              <a:buNone/>
            </a:pPr>
            <a:r>
              <a:rPr lang="en-US" sz="950" b="1">
                <a:solidFill>
                  <a:srgbClr val="0D9488"/>
                </a:solidFill>
                <a:latin typeface="Calibri" pitchFamily="34" charset="0"/>
                <a:ea typeface="Calibri" pitchFamily="34" charset="-122"/>
                <a:cs typeface="Calibri" pitchFamily="34" charset="-120"/>
              </a:rPr>
              <a:t>✓ EDA-driven feature engineering: </a:t>
            </a:r>
            <a:r>
              <a:rPr lang="en-US" sz="950">
                <a:solidFill>
                  <a:srgbClr val="1E293B"/>
                </a:solidFill>
                <a:latin typeface="Calibri" pitchFamily="34" charset="0"/>
                <a:ea typeface="Calibri" pitchFamily="34" charset="-122"/>
                <a:cs typeface="Calibri" pitchFamily="34" charset="-120"/>
              </a:rPr>
              <a:t>We used correlation analysis to remove redundant features (e.g. max_mem ≈ avg_mem, r=0.98)</a:t>
            </a:r>
            <a:endParaRPr lang="en-US" sz="950"/>
          </a:p>
        </p:txBody>
      </p:sp>
      <p:sp>
        <p:nvSpPr>
          <p:cNvPr id="4" name="Text 5">
            <a:extLst>
              <a:ext uri="{FF2B5EF4-FFF2-40B4-BE49-F238E27FC236}">
                <a16:creationId xmlns:a16="http://schemas.microsoft.com/office/drawing/2014/main" id="{CE375C83-697A-27EB-22B9-E31538A20D1C}"/>
              </a:ext>
            </a:extLst>
          </p:cNvPr>
          <p:cNvSpPr/>
          <p:nvPr/>
        </p:nvSpPr>
        <p:spPr>
          <a:xfrm>
            <a:off x="502920" y="3630168"/>
            <a:ext cx="8046720" cy="274320"/>
          </a:xfrm>
          <a:prstGeom prst="rect">
            <a:avLst/>
          </a:prstGeom>
          <a:noFill/>
          <a:ln/>
        </p:spPr>
        <p:txBody>
          <a:bodyPr wrap="square" lIns="0" tIns="0" rIns="0" bIns="0" rtlCol="0" anchor="ctr"/>
          <a:lstStyle/>
          <a:p>
            <a:pPr marL="0" indent="0">
              <a:buNone/>
            </a:pPr>
            <a:r>
              <a:rPr lang="en-US" sz="950" b="1">
                <a:solidFill>
                  <a:srgbClr val="0D9488"/>
                </a:solidFill>
                <a:latin typeface="Calibri" pitchFamily="34" charset="0"/>
                <a:ea typeface="Calibri" pitchFamily="34" charset="-122"/>
                <a:cs typeface="Calibri" pitchFamily="34" charset="-120"/>
              </a:rPr>
              <a:t>✓ Leakage prevention: </a:t>
            </a:r>
            <a:r>
              <a:rPr lang="en-US" sz="950">
                <a:solidFill>
                  <a:srgbClr val="1E293B"/>
                </a:solidFill>
                <a:latin typeface="Calibri" pitchFamily="34" charset="0"/>
                <a:ea typeface="Calibri" pitchFamily="34" charset="-122"/>
                <a:cs typeface="Calibri" pitchFamily="34" charset="-120"/>
              </a:rPr>
              <a:t>Strict exclusion of terminal_type, terminal_time, and future-derived columns</a:t>
            </a:r>
            <a:endParaRPr lang="en-US" sz="950"/>
          </a:p>
        </p:txBody>
      </p:sp>
      <p:sp>
        <p:nvSpPr>
          <p:cNvPr id="9" name="Text 6">
            <a:extLst>
              <a:ext uri="{FF2B5EF4-FFF2-40B4-BE49-F238E27FC236}">
                <a16:creationId xmlns:a16="http://schemas.microsoft.com/office/drawing/2014/main" id="{7B39DB24-0916-C75A-8E78-44EE0E29F58A}"/>
              </a:ext>
            </a:extLst>
          </p:cNvPr>
          <p:cNvSpPr/>
          <p:nvPr/>
        </p:nvSpPr>
        <p:spPr>
          <a:xfrm>
            <a:off x="502920" y="3950208"/>
            <a:ext cx="8046720" cy="274320"/>
          </a:xfrm>
          <a:prstGeom prst="rect">
            <a:avLst/>
          </a:prstGeom>
          <a:noFill/>
          <a:ln/>
        </p:spPr>
        <p:txBody>
          <a:bodyPr wrap="square" lIns="0" tIns="0" rIns="0" bIns="0" rtlCol="0" anchor="ctr"/>
          <a:lstStyle/>
          <a:p>
            <a:pPr marL="0" indent="0">
              <a:buNone/>
            </a:pPr>
            <a:r>
              <a:rPr lang="en-US" sz="950" b="1">
                <a:solidFill>
                  <a:srgbClr val="0D9488"/>
                </a:solidFill>
                <a:latin typeface="Calibri" pitchFamily="34" charset="0"/>
                <a:ea typeface="Calibri" pitchFamily="34" charset="-122"/>
                <a:cs typeface="Calibri" pitchFamily="34" charset="-120"/>
              </a:rPr>
              <a:t>✓ true_app_memory: </a:t>
            </a:r>
            <a:r>
              <a:rPr lang="en-US" sz="950">
                <a:solidFill>
                  <a:srgbClr val="1E293B"/>
                </a:solidFill>
                <a:latin typeface="Calibri" pitchFamily="34" charset="0"/>
                <a:ea typeface="Calibri" pitchFamily="34" charset="-122"/>
                <a:cs typeface="Calibri" pitchFamily="34" charset="-120"/>
              </a:rPr>
              <a:t>Novel feature capturing real memory pressure after page cache subtraction</a:t>
            </a:r>
            <a:endParaRPr lang="en-US" sz="950"/>
          </a:p>
        </p:txBody>
      </p:sp>
      <p:sp>
        <p:nvSpPr>
          <p:cNvPr id="10" name="Text 7">
            <a:extLst>
              <a:ext uri="{FF2B5EF4-FFF2-40B4-BE49-F238E27FC236}">
                <a16:creationId xmlns:a16="http://schemas.microsoft.com/office/drawing/2014/main" id="{377A1E9C-96FF-2A7D-B27B-B5D29C2D690F}"/>
              </a:ext>
            </a:extLst>
          </p:cNvPr>
          <p:cNvSpPr/>
          <p:nvPr/>
        </p:nvSpPr>
        <p:spPr>
          <a:xfrm>
            <a:off x="502920" y="4270248"/>
            <a:ext cx="8046720" cy="274320"/>
          </a:xfrm>
          <a:prstGeom prst="rect">
            <a:avLst/>
          </a:prstGeom>
          <a:noFill/>
          <a:ln/>
        </p:spPr>
        <p:txBody>
          <a:bodyPr wrap="square" lIns="0" tIns="0" rIns="0" bIns="0" rtlCol="0" anchor="ctr"/>
          <a:lstStyle/>
          <a:p>
            <a:pPr marL="0" indent="0">
              <a:buNone/>
            </a:pPr>
            <a:r>
              <a:rPr lang="en-US" sz="950" b="1">
                <a:solidFill>
                  <a:srgbClr val="0D9488"/>
                </a:solidFill>
                <a:latin typeface="Calibri" pitchFamily="34" charset="0"/>
                <a:ea typeface="Calibri" pitchFamily="34" charset="-122"/>
                <a:cs typeface="Calibri" pitchFamily="34" charset="-120"/>
              </a:rPr>
              <a:t>✓ Tenant-aware split + optimizer outputs: </a:t>
            </a:r>
            <a:r>
              <a:rPr lang="en-US" sz="950">
                <a:solidFill>
                  <a:srgbClr val="1E293B"/>
                </a:solidFill>
                <a:latin typeface="Calibri" pitchFamily="34" charset="0"/>
                <a:ea typeface="Calibri" pitchFamily="34" charset="-122"/>
                <a:cs typeface="Calibri" pitchFamily="34" charset="-120"/>
              </a:rPr>
              <a:t>Prevents tenant leakage; exports P90/P95/variance for scheduling</a:t>
            </a:r>
            <a:endParaRPr lang="en-US" sz="950"/>
          </a:p>
        </p:txBody>
      </p:sp>
    </p:spTree>
    <p:extLst>
      <p:ext uri="{BB962C8B-B14F-4D97-AF65-F5344CB8AC3E}">
        <p14:creationId xmlns:p14="http://schemas.microsoft.com/office/powerpoint/2010/main" val="30270386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35</Slides>
  <Notes>35</Notes>
  <HiddenSlides>8</HiddenSlides>
  <ScaleCrop>false</ScaleCrop>
  <HeadingPairs>
    <vt:vector size="4" baseType="variant">
      <vt:variant>
        <vt:lpstr>Theme</vt:lpstr>
      </vt:variant>
      <vt:variant>
        <vt:i4>1</vt:i4>
      </vt:variant>
      <vt:variant>
        <vt:lpstr>Slide Titles</vt:lpstr>
      </vt:variant>
      <vt:variant>
        <vt:i4>35</vt:i4>
      </vt:variant>
    </vt:vector>
  </HeadingPairs>
  <TitlesOfParts>
    <vt:vector size="36"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Winner Dataset Extraction — LSTM Master Table</dc:title>
  <dc:subject>PptxGenJS Presentation</dc:subject>
  <dc:creator>Jorge · Nadia</dc:creator>
  <cp:revision>1</cp:revision>
  <dcterms:created xsi:type="dcterms:W3CDTF">2026-05-10T22:44:09Z</dcterms:created>
  <dcterms:modified xsi:type="dcterms:W3CDTF">2026-05-11T15:32:47Z</dcterms:modified>
</cp:coreProperties>
</file>